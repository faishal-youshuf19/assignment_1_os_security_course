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86"/>
    <p:restoredTop sz="96301"/>
  </p:normalViewPr>
  <p:slideViewPr>
    <p:cSldViewPr snapToGrid="0">
      <p:cViewPr varScale="1">
        <p:scale>
          <a:sx n="110" d="100"/>
          <a:sy n="110" d="100"/>
        </p:scale>
        <p:origin x="18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09549A-325A-44CD-B17F-06698FEC418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0805429-172C-4B00-AC19-9D981CBCD66B}">
      <dgm:prSet/>
      <dgm:spPr/>
      <dgm:t>
        <a:bodyPr/>
        <a:lstStyle/>
        <a:p>
          <a:r>
            <a:rPr lang="en-GB" b="1"/>
            <a:t>Why XNU Matters:</a:t>
          </a:r>
          <a:endParaRPr lang="en-US"/>
        </a:p>
      </dgm:t>
    </dgm:pt>
    <dgm:pt modelId="{6A95FB7D-154C-4852-8FDC-5D28B148C4B2}" type="parTrans" cxnId="{F0159D44-FE85-4264-B052-5DDA0B9887BF}">
      <dgm:prSet/>
      <dgm:spPr/>
      <dgm:t>
        <a:bodyPr/>
        <a:lstStyle/>
        <a:p>
          <a:endParaRPr lang="en-US"/>
        </a:p>
      </dgm:t>
    </dgm:pt>
    <dgm:pt modelId="{28D24AF0-999D-45B8-BD42-8D0C1EBD319A}" type="sibTrans" cxnId="{F0159D44-FE85-4264-B052-5DDA0B9887BF}">
      <dgm:prSet/>
      <dgm:spPr/>
      <dgm:t>
        <a:bodyPr/>
        <a:lstStyle/>
        <a:p>
          <a:endParaRPr lang="en-US"/>
        </a:p>
      </dgm:t>
    </dgm:pt>
    <dgm:pt modelId="{E4CEBD6B-B334-456C-9815-401D0A2AFCF6}">
      <dgm:prSet/>
      <dgm:spPr/>
      <dgm:t>
        <a:bodyPr/>
        <a:lstStyle/>
        <a:p>
          <a:r>
            <a:rPr lang="en-GB"/>
            <a:t>Powers over 2 billion active devices (iPhone, iPad, Mac).</a:t>
          </a:r>
          <a:endParaRPr lang="en-US"/>
        </a:p>
      </dgm:t>
    </dgm:pt>
    <dgm:pt modelId="{BE5136C3-A1FB-4167-A5EC-5FDD864397EE}" type="parTrans" cxnId="{B65CA633-2BDE-428E-929C-D3B8AC8104F9}">
      <dgm:prSet/>
      <dgm:spPr/>
      <dgm:t>
        <a:bodyPr/>
        <a:lstStyle/>
        <a:p>
          <a:endParaRPr lang="en-US"/>
        </a:p>
      </dgm:t>
    </dgm:pt>
    <dgm:pt modelId="{6CCD4775-C8EE-4EA0-9C4E-AEAF72287260}" type="sibTrans" cxnId="{B65CA633-2BDE-428E-929C-D3B8AC8104F9}">
      <dgm:prSet/>
      <dgm:spPr/>
      <dgm:t>
        <a:bodyPr/>
        <a:lstStyle/>
        <a:p>
          <a:endParaRPr lang="en-US"/>
        </a:p>
      </dgm:t>
    </dgm:pt>
    <dgm:pt modelId="{30C3BEE2-1458-4576-9A99-C7A87BE53090}">
      <dgm:prSet/>
      <dgm:spPr/>
      <dgm:t>
        <a:bodyPr/>
        <a:lstStyle/>
        <a:p>
          <a:r>
            <a:rPr lang="en-GB"/>
            <a:t>High-value target for state-sponsored actors and cybercriminals.</a:t>
          </a:r>
          <a:endParaRPr lang="en-US"/>
        </a:p>
      </dgm:t>
    </dgm:pt>
    <dgm:pt modelId="{D5F9CEAB-409F-471A-9DE0-6913D28F0469}" type="parTrans" cxnId="{BB18716F-81F3-4C31-A110-716E76EDB4FE}">
      <dgm:prSet/>
      <dgm:spPr/>
      <dgm:t>
        <a:bodyPr/>
        <a:lstStyle/>
        <a:p>
          <a:endParaRPr lang="en-US"/>
        </a:p>
      </dgm:t>
    </dgm:pt>
    <dgm:pt modelId="{86382991-C042-487C-9E1A-23A7D457F4B2}" type="sibTrans" cxnId="{BB18716F-81F3-4C31-A110-716E76EDB4FE}">
      <dgm:prSet/>
      <dgm:spPr/>
      <dgm:t>
        <a:bodyPr/>
        <a:lstStyle/>
        <a:p>
          <a:endParaRPr lang="en-US"/>
        </a:p>
      </dgm:t>
    </dgm:pt>
    <dgm:pt modelId="{8C23060F-CA78-4074-8191-06F9F15F8820}">
      <dgm:prSet/>
      <dgm:spPr/>
      <dgm:t>
        <a:bodyPr/>
        <a:lstStyle/>
        <a:p>
          <a:r>
            <a:rPr lang="en-GB"/>
            <a:t>Unique hybrid design: Mach microkernel + BSD monolithic elements.</a:t>
          </a:r>
          <a:endParaRPr lang="en-US"/>
        </a:p>
      </dgm:t>
    </dgm:pt>
    <dgm:pt modelId="{255DEC81-F0C8-4E09-863F-374686DC8471}" type="parTrans" cxnId="{5CDB5248-073C-48FD-9A5E-781E10D5611C}">
      <dgm:prSet/>
      <dgm:spPr/>
      <dgm:t>
        <a:bodyPr/>
        <a:lstStyle/>
        <a:p>
          <a:endParaRPr lang="en-US"/>
        </a:p>
      </dgm:t>
    </dgm:pt>
    <dgm:pt modelId="{E1BA8AA0-8EC1-4099-9904-9C03FD80701B}" type="sibTrans" cxnId="{5CDB5248-073C-48FD-9A5E-781E10D5611C}">
      <dgm:prSet/>
      <dgm:spPr/>
      <dgm:t>
        <a:bodyPr/>
        <a:lstStyle/>
        <a:p>
          <a:endParaRPr lang="en-US"/>
        </a:p>
      </dgm:t>
    </dgm:pt>
    <dgm:pt modelId="{B54651AC-0833-4891-9EAD-74980D55688F}">
      <dgm:prSet/>
      <dgm:spPr/>
      <dgm:t>
        <a:bodyPr/>
        <a:lstStyle/>
        <a:p>
          <a:r>
            <a:rPr lang="en-GB" b="1"/>
            <a:t>Scope of Analysis:</a:t>
          </a:r>
          <a:endParaRPr lang="en-US"/>
        </a:p>
      </dgm:t>
    </dgm:pt>
    <dgm:pt modelId="{B57C4BC1-CA94-421B-A21F-8F66AC3BFB77}" type="parTrans" cxnId="{B02BCCF0-3A67-45BB-93CE-ACFBFBB25320}">
      <dgm:prSet/>
      <dgm:spPr/>
      <dgm:t>
        <a:bodyPr/>
        <a:lstStyle/>
        <a:p>
          <a:endParaRPr lang="en-US"/>
        </a:p>
      </dgm:t>
    </dgm:pt>
    <dgm:pt modelId="{088E798E-BAC0-49AD-BCBF-821D1214203F}" type="sibTrans" cxnId="{B02BCCF0-3A67-45BB-93CE-ACFBFBB25320}">
      <dgm:prSet/>
      <dgm:spPr/>
      <dgm:t>
        <a:bodyPr/>
        <a:lstStyle/>
        <a:p>
          <a:endParaRPr lang="en-US"/>
        </a:p>
      </dgm:t>
    </dgm:pt>
    <dgm:pt modelId="{4BF15B4D-3784-46B8-B0CC-C037FF283FA8}">
      <dgm:prSet/>
      <dgm:spPr/>
      <dgm:t>
        <a:bodyPr/>
        <a:lstStyle/>
        <a:p>
          <a:r>
            <a:rPr lang="en-GB"/>
            <a:t>Focus on </a:t>
          </a:r>
          <a:r>
            <a:rPr lang="en-GB" b="1"/>
            <a:t>iOS/iPadOS specific</a:t>
          </a:r>
          <a:r>
            <a:rPr lang="en-GB"/>
            <a:t> security extensions (not general macOS security).</a:t>
          </a:r>
          <a:endParaRPr lang="en-US"/>
        </a:p>
      </dgm:t>
    </dgm:pt>
    <dgm:pt modelId="{A7B08085-B2AC-4F7C-AB05-9B26C5E0B2CA}" type="parTrans" cxnId="{E6A748F0-C2F3-42F6-A110-0388679AD60B}">
      <dgm:prSet/>
      <dgm:spPr/>
      <dgm:t>
        <a:bodyPr/>
        <a:lstStyle/>
        <a:p>
          <a:endParaRPr lang="en-US"/>
        </a:p>
      </dgm:t>
    </dgm:pt>
    <dgm:pt modelId="{6E83BD3E-80EA-4F6F-90A6-2F1F8BE7117E}" type="sibTrans" cxnId="{E6A748F0-C2F3-42F6-A110-0388679AD60B}">
      <dgm:prSet/>
      <dgm:spPr/>
      <dgm:t>
        <a:bodyPr/>
        <a:lstStyle/>
        <a:p>
          <a:endParaRPr lang="en-US"/>
        </a:p>
      </dgm:t>
    </dgm:pt>
    <dgm:pt modelId="{BD5924BB-1955-483F-886D-3BBAE3010416}">
      <dgm:prSet/>
      <dgm:spPr/>
      <dgm:t>
        <a:bodyPr/>
        <a:lstStyle/>
        <a:p>
          <a:r>
            <a:rPr lang="en-GB"/>
            <a:t>Relationship to OS Security Course Concepts: Memory Protection, Mandatory Access Control, Sandboxing.</a:t>
          </a:r>
          <a:endParaRPr lang="en-US"/>
        </a:p>
      </dgm:t>
    </dgm:pt>
    <dgm:pt modelId="{430834D7-5818-4C87-BBF8-53284B38D6B1}" type="parTrans" cxnId="{6C045277-8545-4D87-A079-9171CB3250D5}">
      <dgm:prSet/>
      <dgm:spPr/>
      <dgm:t>
        <a:bodyPr/>
        <a:lstStyle/>
        <a:p>
          <a:endParaRPr lang="en-US"/>
        </a:p>
      </dgm:t>
    </dgm:pt>
    <dgm:pt modelId="{58D7B8D9-D75B-42C7-AAFA-36D6E39778EA}" type="sibTrans" cxnId="{6C045277-8545-4D87-A079-9171CB3250D5}">
      <dgm:prSet/>
      <dgm:spPr/>
      <dgm:t>
        <a:bodyPr/>
        <a:lstStyle/>
        <a:p>
          <a:endParaRPr lang="en-US"/>
        </a:p>
      </dgm:t>
    </dgm:pt>
    <dgm:pt modelId="{A5A7B33C-2280-F048-91A6-76730F584EC1}" type="pres">
      <dgm:prSet presAssocID="{0109549A-325A-44CD-B17F-06698FEC418D}" presName="linear" presStyleCnt="0">
        <dgm:presLayoutVars>
          <dgm:animLvl val="lvl"/>
          <dgm:resizeHandles val="exact"/>
        </dgm:presLayoutVars>
      </dgm:prSet>
      <dgm:spPr/>
    </dgm:pt>
    <dgm:pt modelId="{14BA0443-A2DF-0B4F-961D-15D421AA6DCA}" type="pres">
      <dgm:prSet presAssocID="{F0805429-172C-4B00-AC19-9D981CBCD66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9610BED-2D04-6D4D-8CD6-A525E02B6C52}" type="pres">
      <dgm:prSet presAssocID="{F0805429-172C-4B00-AC19-9D981CBCD66B}" presName="childText" presStyleLbl="revTx" presStyleIdx="0" presStyleCnt="2">
        <dgm:presLayoutVars>
          <dgm:bulletEnabled val="1"/>
        </dgm:presLayoutVars>
      </dgm:prSet>
      <dgm:spPr/>
    </dgm:pt>
    <dgm:pt modelId="{822A3B8C-B26C-AE47-9F7F-C8137C74755D}" type="pres">
      <dgm:prSet presAssocID="{B54651AC-0833-4891-9EAD-74980D55688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09A550E-48A2-CE4D-980F-704F49297F49}" type="pres">
      <dgm:prSet presAssocID="{B54651AC-0833-4891-9EAD-74980D55688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DBA4203-1A62-DE49-A198-2102464FA4EE}" type="presOf" srcId="{F0805429-172C-4B00-AC19-9D981CBCD66B}" destId="{14BA0443-A2DF-0B4F-961D-15D421AA6DCA}" srcOrd="0" destOrd="0" presId="urn:microsoft.com/office/officeart/2005/8/layout/vList2"/>
    <dgm:cxn modelId="{B65CA633-2BDE-428E-929C-D3B8AC8104F9}" srcId="{F0805429-172C-4B00-AC19-9D981CBCD66B}" destId="{E4CEBD6B-B334-456C-9815-401D0A2AFCF6}" srcOrd="0" destOrd="0" parTransId="{BE5136C3-A1FB-4167-A5EC-5FDD864397EE}" sibTransId="{6CCD4775-C8EE-4EA0-9C4E-AEAF72287260}"/>
    <dgm:cxn modelId="{F0159D44-FE85-4264-B052-5DDA0B9887BF}" srcId="{0109549A-325A-44CD-B17F-06698FEC418D}" destId="{F0805429-172C-4B00-AC19-9D981CBCD66B}" srcOrd="0" destOrd="0" parTransId="{6A95FB7D-154C-4852-8FDC-5D28B148C4B2}" sibTransId="{28D24AF0-999D-45B8-BD42-8D0C1EBD319A}"/>
    <dgm:cxn modelId="{5CDB5248-073C-48FD-9A5E-781E10D5611C}" srcId="{F0805429-172C-4B00-AC19-9D981CBCD66B}" destId="{8C23060F-CA78-4074-8191-06F9F15F8820}" srcOrd="2" destOrd="0" parTransId="{255DEC81-F0C8-4E09-863F-374686DC8471}" sibTransId="{E1BA8AA0-8EC1-4099-9904-9C03FD80701B}"/>
    <dgm:cxn modelId="{BB18716F-81F3-4C31-A110-716E76EDB4FE}" srcId="{F0805429-172C-4B00-AC19-9D981CBCD66B}" destId="{30C3BEE2-1458-4576-9A99-C7A87BE53090}" srcOrd="1" destOrd="0" parTransId="{D5F9CEAB-409F-471A-9DE0-6913D28F0469}" sibTransId="{86382991-C042-487C-9E1A-23A7D457F4B2}"/>
    <dgm:cxn modelId="{6C045277-8545-4D87-A079-9171CB3250D5}" srcId="{B54651AC-0833-4891-9EAD-74980D55688F}" destId="{BD5924BB-1955-483F-886D-3BBAE3010416}" srcOrd="1" destOrd="0" parTransId="{430834D7-5818-4C87-BBF8-53284B38D6B1}" sibTransId="{58D7B8D9-D75B-42C7-AAFA-36D6E39778EA}"/>
    <dgm:cxn modelId="{0E450C78-46CA-DF4F-AA30-FC1C9D01C642}" type="presOf" srcId="{8C23060F-CA78-4074-8191-06F9F15F8820}" destId="{C9610BED-2D04-6D4D-8CD6-A525E02B6C52}" srcOrd="0" destOrd="2" presId="urn:microsoft.com/office/officeart/2005/8/layout/vList2"/>
    <dgm:cxn modelId="{90829491-E59B-E644-9D4A-BA9BBA90B4A3}" type="presOf" srcId="{E4CEBD6B-B334-456C-9815-401D0A2AFCF6}" destId="{C9610BED-2D04-6D4D-8CD6-A525E02B6C52}" srcOrd="0" destOrd="0" presId="urn:microsoft.com/office/officeart/2005/8/layout/vList2"/>
    <dgm:cxn modelId="{D5AC48B8-C77B-3A4F-9B5A-A2A4D9EB94DC}" type="presOf" srcId="{4BF15B4D-3784-46B8-B0CC-C037FF283FA8}" destId="{C09A550E-48A2-CE4D-980F-704F49297F49}" srcOrd="0" destOrd="0" presId="urn:microsoft.com/office/officeart/2005/8/layout/vList2"/>
    <dgm:cxn modelId="{D09375DA-7E51-9749-8C84-BAF31285CEE9}" type="presOf" srcId="{B54651AC-0833-4891-9EAD-74980D55688F}" destId="{822A3B8C-B26C-AE47-9F7F-C8137C74755D}" srcOrd="0" destOrd="0" presId="urn:microsoft.com/office/officeart/2005/8/layout/vList2"/>
    <dgm:cxn modelId="{FFCCE6EB-27B4-0C4D-80A1-0EDD5B2EA846}" type="presOf" srcId="{BD5924BB-1955-483F-886D-3BBAE3010416}" destId="{C09A550E-48A2-CE4D-980F-704F49297F49}" srcOrd="0" destOrd="1" presId="urn:microsoft.com/office/officeart/2005/8/layout/vList2"/>
    <dgm:cxn modelId="{E6A748F0-C2F3-42F6-A110-0388679AD60B}" srcId="{B54651AC-0833-4891-9EAD-74980D55688F}" destId="{4BF15B4D-3784-46B8-B0CC-C037FF283FA8}" srcOrd="0" destOrd="0" parTransId="{A7B08085-B2AC-4F7C-AB05-9B26C5E0B2CA}" sibTransId="{6E83BD3E-80EA-4F6F-90A6-2F1F8BE7117E}"/>
    <dgm:cxn modelId="{B02BCCF0-3A67-45BB-93CE-ACFBFBB25320}" srcId="{0109549A-325A-44CD-B17F-06698FEC418D}" destId="{B54651AC-0833-4891-9EAD-74980D55688F}" srcOrd="1" destOrd="0" parTransId="{B57C4BC1-CA94-421B-A21F-8F66AC3BFB77}" sibTransId="{088E798E-BAC0-49AD-BCBF-821D1214203F}"/>
    <dgm:cxn modelId="{2012A3F6-7DB5-EF4A-8A36-CBA51D6F99EF}" type="presOf" srcId="{0109549A-325A-44CD-B17F-06698FEC418D}" destId="{A5A7B33C-2280-F048-91A6-76730F584EC1}" srcOrd="0" destOrd="0" presId="urn:microsoft.com/office/officeart/2005/8/layout/vList2"/>
    <dgm:cxn modelId="{F42BABFC-D4F1-0D4B-971B-7AB9913909A1}" type="presOf" srcId="{30C3BEE2-1458-4576-9A99-C7A87BE53090}" destId="{C9610BED-2D04-6D4D-8CD6-A525E02B6C52}" srcOrd="0" destOrd="1" presId="urn:microsoft.com/office/officeart/2005/8/layout/vList2"/>
    <dgm:cxn modelId="{314E73C5-4CED-5E45-A3BD-5CD279487AEF}" type="presParOf" srcId="{A5A7B33C-2280-F048-91A6-76730F584EC1}" destId="{14BA0443-A2DF-0B4F-961D-15D421AA6DCA}" srcOrd="0" destOrd="0" presId="urn:microsoft.com/office/officeart/2005/8/layout/vList2"/>
    <dgm:cxn modelId="{3E27CC44-E079-B947-B417-2B4A238A40B3}" type="presParOf" srcId="{A5A7B33C-2280-F048-91A6-76730F584EC1}" destId="{C9610BED-2D04-6D4D-8CD6-A525E02B6C52}" srcOrd="1" destOrd="0" presId="urn:microsoft.com/office/officeart/2005/8/layout/vList2"/>
    <dgm:cxn modelId="{7554CD49-C6DF-034E-96B6-1759C4C4F43B}" type="presParOf" srcId="{A5A7B33C-2280-F048-91A6-76730F584EC1}" destId="{822A3B8C-B26C-AE47-9F7F-C8137C74755D}" srcOrd="2" destOrd="0" presId="urn:microsoft.com/office/officeart/2005/8/layout/vList2"/>
    <dgm:cxn modelId="{1B6A6AFC-4496-984D-825E-65A0CFF8D746}" type="presParOf" srcId="{A5A7B33C-2280-F048-91A6-76730F584EC1}" destId="{C09A550E-48A2-CE4D-980F-704F49297F4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5039BC-3EBC-4FAC-B519-5A9FF5C3715C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FD41083-7C0A-42A6-9DB1-B5A5D7F30A93}">
      <dgm:prSet/>
      <dgm:spPr/>
      <dgm:t>
        <a:bodyPr/>
        <a:lstStyle/>
        <a:p>
          <a:r>
            <a:rPr lang="en-GB" b="1"/>
            <a:t>Mandatory Access Control (MACF):</a:t>
          </a:r>
          <a:r>
            <a:rPr lang="en-GB"/>
            <a:t> The TrustedBSD Framework.</a:t>
          </a:r>
          <a:endParaRPr lang="en-US"/>
        </a:p>
      </dgm:t>
    </dgm:pt>
    <dgm:pt modelId="{CB5D0703-52C1-4312-A58A-53A2A8AC5ECA}" type="parTrans" cxnId="{4AB9BDA6-F4ED-4F68-B70D-055A1B2C3A5D}">
      <dgm:prSet/>
      <dgm:spPr/>
      <dgm:t>
        <a:bodyPr/>
        <a:lstStyle/>
        <a:p>
          <a:endParaRPr lang="en-US"/>
        </a:p>
      </dgm:t>
    </dgm:pt>
    <dgm:pt modelId="{B7BB4FF3-B23B-496F-9F9D-4739528FD137}" type="sibTrans" cxnId="{4AB9BDA6-F4ED-4F68-B70D-055A1B2C3A5D}">
      <dgm:prSet/>
      <dgm:spPr/>
      <dgm:t>
        <a:bodyPr/>
        <a:lstStyle/>
        <a:p>
          <a:endParaRPr lang="en-US"/>
        </a:p>
      </dgm:t>
    </dgm:pt>
    <dgm:pt modelId="{1E056AB1-4F43-44F0-80C6-79E952D420BE}">
      <dgm:prSet/>
      <dgm:spPr/>
      <dgm:t>
        <a:bodyPr/>
        <a:lstStyle/>
        <a:p>
          <a:r>
            <a:rPr lang="en-GB" b="1"/>
            <a:t>Sandboxing:</a:t>
          </a:r>
          <a:r>
            <a:rPr lang="en-GB"/>
            <a:t> Hooks syscalls to restrict file access, network access, and IPC per process.</a:t>
          </a:r>
          <a:endParaRPr lang="en-US"/>
        </a:p>
      </dgm:t>
    </dgm:pt>
    <dgm:pt modelId="{FCEDF867-BB03-4BB7-BD68-22DE00DFA9F7}" type="parTrans" cxnId="{90D8B6B5-D047-4CDD-BE42-F189EFD5BECB}">
      <dgm:prSet/>
      <dgm:spPr/>
      <dgm:t>
        <a:bodyPr/>
        <a:lstStyle/>
        <a:p>
          <a:endParaRPr lang="en-US"/>
        </a:p>
      </dgm:t>
    </dgm:pt>
    <dgm:pt modelId="{B76B6D80-0091-49E2-8276-100A33925859}" type="sibTrans" cxnId="{90D8B6B5-D047-4CDD-BE42-F189EFD5BECB}">
      <dgm:prSet/>
      <dgm:spPr/>
      <dgm:t>
        <a:bodyPr/>
        <a:lstStyle/>
        <a:p>
          <a:endParaRPr lang="en-US"/>
        </a:p>
      </dgm:t>
    </dgm:pt>
    <dgm:pt modelId="{6FCCF2CB-B9B4-4804-B740-9E55279F2193}">
      <dgm:prSet/>
      <dgm:spPr/>
      <dgm:t>
        <a:bodyPr/>
        <a:lstStyle/>
        <a:p>
          <a:r>
            <a:rPr lang="en-GB" b="1"/>
            <a:t>Platform Policy:</a:t>
          </a:r>
          <a:r>
            <a:rPr lang="en-GB"/>
            <a:t> Enforces code signing and entitlements.</a:t>
          </a:r>
          <a:endParaRPr lang="en-US"/>
        </a:p>
      </dgm:t>
    </dgm:pt>
    <dgm:pt modelId="{D4E3E2DC-61C7-41D7-B23B-022BEFB5BB76}" type="parTrans" cxnId="{8F624DA8-10EA-4505-B06D-B2ACE9805736}">
      <dgm:prSet/>
      <dgm:spPr/>
      <dgm:t>
        <a:bodyPr/>
        <a:lstStyle/>
        <a:p>
          <a:endParaRPr lang="en-US"/>
        </a:p>
      </dgm:t>
    </dgm:pt>
    <dgm:pt modelId="{AD66E82C-2ACA-4157-A1B4-EB0C705E77D4}" type="sibTrans" cxnId="{8F624DA8-10EA-4505-B06D-B2ACE9805736}">
      <dgm:prSet/>
      <dgm:spPr/>
      <dgm:t>
        <a:bodyPr/>
        <a:lstStyle/>
        <a:p>
          <a:endParaRPr lang="en-US"/>
        </a:p>
      </dgm:t>
    </dgm:pt>
    <dgm:pt modelId="{1D71C663-509D-4FBF-BCE0-B322E7B7C964}">
      <dgm:prSet/>
      <dgm:spPr/>
      <dgm:t>
        <a:bodyPr/>
        <a:lstStyle/>
        <a:p>
          <a:r>
            <a:rPr lang="en-GB" b="1"/>
            <a:t>Memory Protections:</a:t>
          </a:r>
          <a:endParaRPr lang="en-US"/>
        </a:p>
      </dgm:t>
    </dgm:pt>
    <dgm:pt modelId="{1C058D3C-8912-4216-9A68-F87DCAF56EC3}" type="parTrans" cxnId="{89E1B441-5E43-4E56-B5B6-CB9117A87569}">
      <dgm:prSet/>
      <dgm:spPr/>
      <dgm:t>
        <a:bodyPr/>
        <a:lstStyle/>
        <a:p>
          <a:endParaRPr lang="en-US"/>
        </a:p>
      </dgm:t>
    </dgm:pt>
    <dgm:pt modelId="{5219A25E-8E65-46FE-A965-B7B1A16A4937}" type="sibTrans" cxnId="{89E1B441-5E43-4E56-B5B6-CB9117A87569}">
      <dgm:prSet/>
      <dgm:spPr/>
      <dgm:t>
        <a:bodyPr/>
        <a:lstStyle/>
        <a:p>
          <a:endParaRPr lang="en-US"/>
        </a:p>
      </dgm:t>
    </dgm:pt>
    <dgm:pt modelId="{A20D982C-E314-4DFF-B505-B63AD1297678}">
      <dgm:prSet/>
      <dgm:spPr/>
      <dgm:t>
        <a:bodyPr/>
        <a:lstStyle/>
        <a:p>
          <a:r>
            <a:rPr lang="en-GB" b="1"/>
            <a:t>KASLR:</a:t>
          </a:r>
          <a:r>
            <a:rPr lang="en-GB"/>
            <a:t> Kernel Address Space Layout Randomization.</a:t>
          </a:r>
          <a:endParaRPr lang="en-US"/>
        </a:p>
      </dgm:t>
    </dgm:pt>
    <dgm:pt modelId="{AD5EA1A4-ED68-4C5C-A102-F12A60B25002}" type="parTrans" cxnId="{8FCAA4B0-809D-4473-8692-6F28C957087C}">
      <dgm:prSet/>
      <dgm:spPr/>
      <dgm:t>
        <a:bodyPr/>
        <a:lstStyle/>
        <a:p>
          <a:endParaRPr lang="en-US"/>
        </a:p>
      </dgm:t>
    </dgm:pt>
    <dgm:pt modelId="{8089C007-D9BD-4B74-944C-5F99C372D432}" type="sibTrans" cxnId="{8FCAA4B0-809D-4473-8692-6F28C957087C}">
      <dgm:prSet/>
      <dgm:spPr/>
      <dgm:t>
        <a:bodyPr/>
        <a:lstStyle/>
        <a:p>
          <a:endParaRPr lang="en-US"/>
        </a:p>
      </dgm:t>
    </dgm:pt>
    <dgm:pt modelId="{5BC6B5B2-0977-4BB5-8778-835A6147112A}">
      <dgm:prSet/>
      <dgm:spPr/>
      <dgm:t>
        <a:bodyPr/>
        <a:lstStyle/>
        <a:p>
          <a:r>
            <a:rPr lang="en-GB" b="1"/>
            <a:t>Zone Allocator Hardening:</a:t>
          </a:r>
          <a:r>
            <a:rPr lang="en-GB"/>
            <a:t> Dedicated memory zones with separate freelists to prevent type confusion.</a:t>
          </a:r>
          <a:endParaRPr lang="en-US"/>
        </a:p>
      </dgm:t>
    </dgm:pt>
    <dgm:pt modelId="{10B3722A-559E-47CC-93C3-665256E667AD}" type="parTrans" cxnId="{250BD1FC-7FDA-4973-B3B9-77B07A33D015}">
      <dgm:prSet/>
      <dgm:spPr/>
      <dgm:t>
        <a:bodyPr/>
        <a:lstStyle/>
        <a:p>
          <a:endParaRPr lang="en-US"/>
        </a:p>
      </dgm:t>
    </dgm:pt>
    <dgm:pt modelId="{74728672-73FF-407D-8F56-8E32463733A8}" type="sibTrans" cxnId="{250BD1FC-7FDA-4973-B3B9-77B07A33D015}">
      <dgm:prSet/>
      <dgm:spPr/>
      <dgm:t>
        <a:bodyPr/>
        <a:lstStyle/>
        <a:p>
          <a:endParaRPr lang="en-US"/>
        </a:p>
      </dgm:t>
    </dgm:pt>
    <dgm:pt modelId="{6E0583C6-6F7D-49FA-97C5-B3F5ACA735C4}">
      <dgm:prSet/>
      <dgm:spPr/>
      <dgm:t>
        <a:bodyPr/>
        <a:lstStyle/>
        <a:p>
          <a:r>
            <a:rPr lang="en-GB" b="1"/>
            <a:t>PPL (Page Protection Layer):</a:t>
          </a:r>
          <a:r>
            <a:rPr lang="en-GB"/>
            <a:t> Hardware-enforced read-only page tables </a:t>
          </a:r>
          <a:r>
            <a:rPr lang="en-GB" i="1"/>
            <a:t>from within the kernel</a:t>
          </a:r>
          <a:r>
            <a:rPr lang="en-GB"/>
            <a:t>.</a:t>
          </a:r>
          <a:endParaRPr lang="en-US"/>
        </a:p>
      </dgm:t>
    </dgm:pt>
    <dgm:pt modelId="{818A40A2-3545-43E5-B1C5-E478DF4338CC}" type="parTrans" cxnId="{85622EA9-8FAA-424E-9B5E-D13F8667C43E}">
      <dgm:prSet/>
      <dgm:spPr/>
      <dgm:t>
        <a:bodyPr/>
        <a:lstStyle/>
        <a:p>
          <a:endParaRPr lang="en-US"/>
        </a:p>
      </dgm:t>
    </dgm:pt>
    <dgm:pt modelId="{47976DF8-581A-4FC6-AC79-70E72E5761F8}" type="sibTrans" cxnId="{85622EA9-8FAA-424E-9B5E-D13F8667C43E}">
      <dgm:prSet/>
      <dgm:spPr/>
      <dgm:t>
        <a:bodyPr/>
        <a:lstStyle/>
        <a:p>
          <a:endParaRPr lang="en-US"/>
        </a:p>
      </dgm:t>
    </dgm:pt>
    <dgm:pt modelId="{0DA6AD34-83E0-3144-A821-BE72BF53B5D2}" type="pres">
      <dgm:prSet presAssocID="{715039BC-3EBC-4FAC-B519-5A9FF5C3715C}" presName="Name0" presStyleCnt="0">
        <dgm:presLayoutVars>
          <dgm:dir/>
          <dgm:animLvl val="lvl"/>
          <dgm:resizeHandles val="exact"/>
        </dgm:presLayoutVars>
      </dgm:prSet>
      <dgm:spPr/>
    </dgm:pt>
    <dgm:pt modelId="{D6C82C70-3E08-4444-BC4D-7EA11DBB18DF}" type="pres">
      <dgm:prSet presAssocID="{1D71C663-509D-4FBF-BCE0-B322E7B7C964}" presName="boxAndChildren" presStyleCnt="0"/>
      <dgm:spPr/>
    </dgm:pt>
    <dgm:pt modelId="{B79076DB-1175-984C-9AB6-8869A5F0AF63}" type="pres">
      <dgm:prSet presAssocID="{1D71C663-509D-4FBF-BCE0-B322E7B7C964}" presName="parentTextBox" presStyleLbl="node1" presStyleIdx="0" presStyleCnt="2"/>
      <dgm:spPr/>
    </dgm:pt>
    <dgm:pt modelId="{7FC08E3E-11B2-BD46-9D24-7C0F197150C3}" type="pres">
      <dgm:prSet presAssocID="{1D71C663-509D-4FBF-BCE0-B322E7B7C964}" presName="entireBox" presStyleLbl="node1" presStyleIdx="0" presStyleCnt="2"/>
      <dgm:spPr/>
    </dgm:pt>
    <dgm:pt modelId="{DE5601F3-1F73-C04E-8A43-ACF6A0CDD310}" type="pres">
      <dgm:prSet presAssocID="{1D71C663-509D-4FBF-BCE0-B322E7B7C964}" presName="descendantBox" presStyleCnt="0"/>
      <dgm:spPr/>
    </dgm:pt>
    <dgm:pt modelId="{07D98C77-59EB-EB45-BD52-6A8BE4A9F679}" type="pres">
      <dgm:prSet presAssocID="{A20D982C-E314-4DFF-B505-B63AD1297678}" presName="childTextBox" presStyleLbl="fgAccFollowNode1" presStyleIdx="0" presStyleCnt="5">
        <dgm:presLayoutVars>
          <dgm:bulletEnabled val="1"/>
        </dgm:presLayoutVars>
      </dgm:prSet>
      <dgm:spPr/>
    </dgm:pt>
    <dgm:pt modelId="{032F5B35-80B0-1748-AA10-50D1A5F75BB6}" type="pres">
      <dgm:prSet presAssocID="{5BC6B5B2-0977-4BB5-8778-835A6147112A}" presName="childTextBox" presStyleLbl="fgAccFollowNode1" presStyleIdx="1" presStyleCnt="5">
        <dgm:presLayoutVars>
          <dgm:bulletEnabled val="1"/>
        </dgm:presLayoutVars>
      </dgm:prSet>
      <dgm:spPr/>
    </dgm:pt>
    <dgm:pt modelId="{88AA6AB9-02A2-734C-998B-1A89C7666D69}" type="pres">
      <dgm:prSet presAssocID="{6E0583C6-6F7D-49FA-97C5-B3F5ACA735C4}" presName="childTextBox" presStyleLbl="fgAccFollowNode1" presStyleIdx="2" presStyleCnt="5">
        <dgm:presLayoutVars>
          <dgm:bulletEnabled val="1"/>
        </dgm:presLayoutVars>
      </dgm:prSet>
      <dgm:spPr/>
    </dgm:pt>
    <dgm:pt modelId="{B3238375-438F-8148-9128-70CF2FDE0600}" type="pres">
      <dgm:prSet presAssocID="{B7BB4FF3-B23B-496F-9F9D-4739528FD137}" presName="sp" presStyleCnt="0"/>
      <dgm:spPr/>
    </dgm:pt>
    <dgm:pt modelId="{130E38D4-718B-0E4E-9859-F7224D4C5C52}" type="pres">
      <dgm:prSet presAssocID="{5FD41083-7C0A-42A6-9DB1-B5A5D7F30A93}" presName="arrowAndChildren" presStyleCnt="0"/>
      <dgm:spPr/>
    </dgm:pt>
    <dgm:pt modelId="{47881D7C-3487-1D42-9072-AAEB6B8147C1}" type="pres">
      <dgm:prSet presAssocID="{5FD41083-7C0A-42A6-9DB1-B5A5D7F30A93}" presName="parentTextArrow" presStyleLbl="node1" presStyleIdx="0" presStyleCnt="2"/>
      <dgm:spPr/>
    </dgm:pt>
    <dgm:pt modelId="{B83911CB-24EB-A740-B2C3-26BCC3CAEF38}" type="pres">
      <dgm:prSet presAssocID="{5FD41083-7C0A-42A6-9DB1-B5A5D7F30A93}" presName="arrow" presStyleLbl="node1" presStyleIdx="1" presStyleCnt="2"/>
      <dgm:spPr/>
    </dgm:pt>
    <dgm:pt modelId="{9D23D8EE-1884-DA4F-9BA7-97EE5EAA6124}" type="pres">
      <dgm:prSet presAssocID="{5FD41083-7C0A-42A6-9DB1-B5A5D7F30A93}" presName="descendantArrow" presStyleCnt="0"/>
      <dgm:spPr/>
    </dgm:pt>
    <dgm:pt modelId="{70A36B83-4401-7041-B3A3-88EA5D4BDA6C}" type="pres">
      <dgm:prSet presAssocID="{1E056AB1-4F43-44F0-80C6-79E952D420BE}" presName="childTextArrow" presStyleLbl="fgAccFollowNode1" presStyleIdx="3" presStyleCnt="5">
        <dgm:presLayoutVars>
          <dgm:bulletEnabled val="1"/>
        </dgm:presLayoutVars>
      </dgm:prSet>
      <dgm:spPr/>
    </dgm:pt>
    <dgm:pt modelId="{9EFC1BA4-C25A-9E4B-95D4-4B7BBE898B7B}" type="pres">
      <dgm:prSet presAssocID="{6FCCF2CB-B9B4-4804-B740-9E55279F2193}" presName="childTextArrow" presStyleLbl="fgAccFollowNode1" presStyleIdx="4" presStyleCnt="5">
        <dgm:presLayoutVars>
          <dgm:bulletEnabled val="1"/>
        </dgm:presLayoutVars>
      </dgm:prSet>
      <dgm:spPr/>
    </dgm:pt>
  </dgm:ptLst>
  <dgm:cxnLst>
    <dgm:cxn modelId="{6FD93230-C2BD-4B4C-93BB-65D384BCC6A5}" type="presOf" srcId="{715039BC-3EBC-4FAC-B519-5A9FF5C3715C}" destId="{0DA6AD34-83E0-3144-A821-BE72BF53B5D2}" srcOrd="0" destOrd="0" presId="urn:microsoft.com/office/officeart/2005/8/layout/process4"/>
    <dgm:cxn modelId="{89E1B441-5E43-4E56-B5B6-CB9117A87569}" srcId="{715039BC-3EBC-4FAC-B519-5A9FF5C3715C}" destId="{1D71C663-509D-4FBF-BCE0-B322E7B7C964}" srcOrd="1" destOrd="0" parTransId="{1C058D3C-8912-4216-9A68-F87DCAF56EC3}" sibTransId="{5219A25E-8E65-46FE-A965-B7B1A16A4937}"/>
    <dgm:cxn modelId="{8ED2AE66-8932-4147-B975-71631BA4F2F3}" type="presOf" srcId="{5FD41083-7C0A-42A6-9DB1-B5A5D7F30A93}" destId="{47881D7C-3487-1D42-9072-AAEB6B8147C1}" srcOrd="0" destOrd="0" presId="urn:microsoft.com/office/officeart/2005/8/layout/process4"/>
    <dgm:cxn modelId="{ABA7CE6E-950A-3D47-B552-792CF63F0038}" type="presOf" srcId="{1E056AB1-4F43-44F0-80C6-79E952D420BE}" destId="{70A36B83-4401-7041-B3A3-88EA5D4BDA6C}" srcOrd="0" destOrd="0" presId="urn:microsoft.com/office/officeart/2005/8/layout/process4"/>
    <dgm:cxn modelId="{35E96073-AA13-8D4F-9187-2786C198D32E}" type="presOf" srcId="{1D71C663-509D-4FBF-BCE0-B322E7B7C964}" destId="{B79076DB-1175-984C-9AB6-8869A5F0AF63}" srcOrd="0" destOrd="0" presId="urn:microsoft.com/office/officeart/2005/8/layout/process4"/>
    <dgm:cxn modelId="{881F4576-E276-8143-A268-83DF9D73E824}" type="presOf" srcId="{5BC6B5B2-0977-4BB5-8778-835A6147112A}" destId="{032F5B35-80B0-1748-AA10-50D1A5F75BB6}" srcOrd="0" destOrd="0" presId="urn:microsoft.com/office/officeart/2005/8/layout/process4"/>
    <dgm:cxn modelId="{73A0E19F-B927-5F48-A961-E0C82D210142}" type="presOf" srcId="{5FD41083-7C0A-42A6-9DB1-B5A5D7F30A93}" destId="{B83911CB-24EB-A740-B2C3-26BCC3CAEF38}" srcOrd="1" destOrd="0" presId="urn:microsoft.com/office/officeart/2005/8/layout/process4"/>
    <dgm:cxn modelId="{4AB9BDA6-F4ED-4F68-B70D-055A1B2C3A5D}" srcId="{715039BC-3EBC-4FAC-B519-5A9FF5C3715C}" destId="{5FD41083-7C0A-42A6-9DB1-B5A5D7F30A93}" srcOrd="0" destOrd="0" parTransId="{CB5D0703-52C1-4312-A58A-53A2A8AC5ECA}" sibTransId="{B7BB4FF3-B23B-496F-9F9D-4739528FD137}"/>
    <dgm:cxn modelId="{8F624DA8-10EA-4505-B06D-B2ACE9805736}" srcId="{5FD41083-7C0A-42A6-9DB1-B5A5D7F30A93}" destId="{6FCCF2CB-B9B4-4804-B740-9E55279F2193}" srcOrd="1" destOrd="0" parTransId="{D4E3E2DC-61C7-41D7-B23B-022BEFB5BB76}" sibTransId="{AD66E82C-2ACA-4157-A1B4-EB0C705E77D4}"/>
    <dgm:cxn modelId="{85622EA9-8FAA-424E-9B5E-D13F8667C43E}" srcId="{1D71C663-509D-4FBF-BCE0-B322E7B7C964}" destId="{6E0583C6-6F7D-49FA-97C5-B3F5ACA735C4}" srcOrd="2" destOrd="0" parTransId="{818A40A2-3545-43E5-B1C5-E478DF4338CC}" sibTransId="{47976DF8-581A-4FC6-AC79-70E72E5761F8}"/>
    <dgm:cxn modelId="{8FCAA4B0-809D-4473-8692-6F28C957087C}" srcId="{1D71C663-509D-4FBF-BCE0-B322E7B7C964}" destId="{A20D982C-E314-4DFF-B505-B63AD1297678}" srcOrd="0" destOrd="0" parTransId="{AD5EA1A4-ED68-4C5C-A102-F12A60B25002}" sibTransId="{8089C007-D9BD-4B74-944C-5F99C372D432}"/>
    <dgm:cxn modelId="{738A71B5-E623-A641-9798-C16D23389A72}" type="presOf" srcId="{1D71C663-509D-4FBF-BCE0-B322E7B7C964}" destId="{7FC08E3E-11B2-BD46-9D24-7C0F197150C3}" srcOrd="1" destOrd="0" presId="urn:microsoft.com/office/officeart/2005/8/layout/process4"/>
    <dgm:cxn modelId="{90D8B6B5-D047-4CDD-BE42-F189EFD5BECB}" srcId="{5FD41083-7C0A-42A6-9DB1-B5A5D7F30A93}" destId="{1E056AB1-4F43-44F0-80C6-79E952D420BE}" srcOrd="0" destOrd="0" parTransId="{FCEDF867-BB03-4BB7-BD68-22DE00DFA9F7}" sibTransId="{B76B6D80-0091-49E2-8276-100A33925859}"/>
    <dgm:cxn modelId="{9A9B65BA-4FC9-9043-ACCB-059E1B26CA87}" type="presOf" srcId="{A20D982C-E314-4DFF-B505-B63AD1297678}" destId="{07D98C77-59EB-EB45-BD52-6A8BE4A9F679}" srcOrd="0" destOrd="0" presId="urn:microsoft.com/office/officeart/2005/8/layout/process4"/>
    <dgm:cxn modelId="{3FD5E2C4-334F-6146-BCB2-8750E987D90D}" type="presOf" srcId="{6E0583C6-6F7D-49FA-97C5-B3F5ACA735C4}" destId="{88AA6AB9-02A2-734C-998B-1A89C7666D69}" srcOrd="0" destOrd="0" presId="urn:microsoft.com/office/officeart/2005/8/layout/process4"/>
    <dgm:cxn modelId="{D4CEBCE8-575D-754E-AC1D-0C377E0BB3A8}" type="presOf" srcId="{6FCCF2CB-B9B4-4804-B740-9E55279F2193}" destId="{9EFC1BA4-C25A-9E4B-95D4-4B7BBE898B7B}" srcOrd="0" destOrd="0" presId="urn:microsoft.com/office/officeart/2005/8/layout/process4"/>
    <dgm:cxn modelId="{250BD1FC-7FDA-4973-B3B9-77B07A33D015}" srcId="{1D71C663-509D-4FBF-BCE0-B322E7B7C964}" destId="{5BC6B5B2-0977-4BB5-8778-835A6147112A}" srcOrd="1" destOrd="0" parTransId="{10B3722A-559E-47CC-93C3-665256E667AD}" sibTransId="{74728672-73FF-407D-8F56-8E32463733A8}"/>
    <dgm:cxn modelId="{568B3AF6-F0F6-4947-98DA-12B49F87B5B0}" type="presParOf" srcId="{0DA6AD34-83E0-3144-A821-BE72BF53B5D2}" destId="{D6C82C70-3E08-4444-BC4D-7EA11DBB18DF}" srcOrd="0" destOrd="0" presId="urn:microsoft.com/office/officeart/2005/8/layout/process4"/>
    <dgm:cxn modelId="{2951731D-0ECD-7A47-BDC6-E2F112F2EF7F}" type="presParOf" srcId="{D6C82C70-3E08-4444-BC4D-7EA11DBB18DF}" destId="{B79076DB-1175-984C-9AB6-8869A5F0AF63}" srcOrd="0" destOrd="0" presId="urn:microsoft.com/office/officeart/2005/8/layout/process4"/>
    <dgm:cxn modelId="{C31FD1AD-475A-994F-BC8F-329A5FAA9B13}" type="presParOf" srcId="{D6C82C70-3E08-4444-BC4D-7EA11DBB18DF}" destId="{7FC08E3E-11B2-BD46-9D24-7C0F197150C3}" srcOrd="1" destOrd="0" presId="urn:microsoft.com/office/officeart/2005/8/layout/process4"/>
    <dgm:cxn modelId="{73682A3C-92D5-2C4A-AD35-5F2F2104E492}" type="presParOf" srcId="{D6C82C70-3E08-4444-BC4D-7EA11DBB18DF}" destId="{DE5601F3-1F73-C04E-8A43-ACF6A0CDD310}" srcOrd="2" destOrd="0" presId="urn:microsoft.com/office/officeart/2005/8/layout/process4"/>
    <dgm:cxn modelId="{4C000A77-870F-6B46-BC28-A3CE00989553}" type="presParOf" srcId="{DE5601F3-1F73-C04E-8A43-ACF6A0CDD310}" destId="{07D98C77-59EB-EB45-BD52-6A8BE4A9F679}" srcOrd="0" destOrd="0" presId="urn:microsoft.com/office/officeart/2005/8/layout/process4"/>
    <dgm:cxn modelId="{E8A083A3-D07C-CA4F-BF8E-C51041501D93}" type="presParOf" srcId="{DE5601F3-1F73-C04E-8A43-ACF6A0CDD310}" destId="{032F5B35-80B0-1748-AA10-50D1A5F75BB6}" srcOrd="1" destOrd="0" presId="urn:microsoft.com/office/officeart/2005/8/layout/process4"/>
    <dgm:cxn modelId="{14640A84-D55C-FD47-B33E-6B078F0F654F}" type="presParOf" srcId="{DE5601F3-1F73-C04E-8A43-ACF6A0CDD310}" destId="{88AA6AB9-02A2-734C-998B-1A89C7666D69}" srcOrd="2" destOrd="0" presId="urn:microsoft.com/office/officeart/2005/8/layout/process4"/>
    <dgm:cxn modelId="{1D37EAD7-474B-274C-A2D0-B21A697E627B}" type="presParOf" srcId="{0DA6AD34-83E0-3144-A821-BE72BF53B5D2}" destId="{B3238375-438F-8148-9128-70CF2FDE0600}" srcOrd="1" destOrd="0" presId="urn:microsoft.com/office/officeart/2005/8/layout/process4"/>
    <dgm:cxn modelId="{019ABAFB-FDDB-D44F-AFE1-AC62C4AB2FB4}" type="presParOf" srcId="{0DA6AD34-83E0-3144-A821-BE72BF53B5D2}" destId="{130E38D4-718B-0E4E-9859-F7224D4C5C52}" srcOrd="2" destOrd="0" presId="urn:microsoft.com/office/officeart/2005/8/layout/process4"/>
    <dgm:cxn modelId="{F7AD6725-3EB9-F944-B514-BDFDEB1F61B1}" type="presParOf" srcId="{130E38D4-718B-0E4E-9859-F7224D4C5C52}" destId="{47881D7C-3487-1D42-9072-AAEB6B8147C1}" srcOrd="0" destOrd="0" presId="urn:microsoft.com/office/officeart/2005/8/layout/process4"/>
    <dgm:cxn modelId="{A5AC340D-555E-E342-9150-44160B9D79CE}" type="presParOf" srcId="{130E38D4-718B-0E4E-9859-F7224D4C5C52}" destId="{B83911CB-24EB-A740-B2C3-26BCC3CAEF38}" srcOrd="1" destOrd="0" presId="urn:microsoft.com/office/officeart/2005/8/layout/process4"/>
    <dgm:cxn modelId="{B3E759B8-36C7-144D-89D0-560892992FE8}" type="presParOf" srcId="{130E38D4-718B-0E4E-9859-F7224D4C5C52}" destId="{9D23D8EE-1884-DA4F-9BA7-97EE5EAA6124}" srcOrd="2" destOrd="0" presId="urn:microsoft.com/office/officeart/2005/8/layout/process4"/>
    <dgm:cxn modelId="{2026598E-3EB5-7E4B-9F10-E112F575CEB0}" type="presParOf" srcId="{9D23D8EE-1884-DA4F-9BA7-97EE5EAA6124}" destId="{70A36B83-4401-7041-B3A3-88EA5D4BDA6C}" srcOrd="0" destOrd="0" presId="urn:microsoft.com/office/officeart/2005/8/layout/process4"/>
    <dgm:cxn modelId="{D7299952-C9C4-5548-81BF-786F60A23D55}" type="presParOf" srcId="{9D23D8EE-1884-DA4F-9BA7-97EE5EAA6124}" destId="{9EFC1BA4-C25A-9E4B-95D4-4B7BBE898B7B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F644B0-1D0B-4317-8C87-0D6AD4226F3D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570CA79-BFD6-4547-BA0C-8BEBE948D480}">
      <dgm:prSet/>
      <dgm:spPr/>
      <dgm:t>
        <a:bodyPr/>
        <a:lstStyle/>
        <a:p>
          <a:r>
            <a:rPr lang="en-GB" b="1"/>
            <a:t>Attack Surface Expansion:</a:t>
          </a:r>
          <a:r>
            <a:rPr lang="en-GB"/>
            <a:t> Increasing number of kernel extensions (dexts) for new hardware (e.g., Camera Buttons, AI Neural Engine).</a:t>
          </a:r>
          <a:endParaRPr lang="en-US"/>
        </a:p>
      </dgm:t>
    </dgm:pt>
    <dgm:pt modelId="{B3C9C340-0764-4948-B89F-22E1AA39E4C2}" type="parTrans" cxnId="{D2B04450-B1BC-4A7E-980D-408012204420}">
      <dgm:prSet/>
      <dgm:spPr/>
      <dgm:t>
        <a:bodyPr/>
        <a:lstStyle/>
        <a:p>
          <a:endParaRPr lang="en-US"/>
        </a:p>
      </dgm:t>
    </dgm:pt>
    <dgm:pt modelId="{76408A48-5AD6-44F0-B066-848DBD4550A7}" type="sibTrans" cxnId="{D2B04450-B1BC-4A7E-980D-408012204420}">
      <dgm:prSet/>
      <dgm:spPr/>
      <dgm:t>
        <a:bodyPr/>
        <a:lstStyle/>
        <a:p>
          <a:endParaRPr lang="en-US"/>
        </a:p>
      </dgm:t>
    </dgm:pt>
    <dgm:pt modelId="{7BF33B28-1392-4F9C-AE0E-5CBBF626342E}">
      <dgm:prSet/>
      <dgm:spPr/>
      <dgm:t>
        <a:bodyPr/>
        <a:lstStyle/>
        <a:p>
          <a:r>
            <a:rPr lang="en-GB" b="1"/>
            <a:t>I/O Kit Complexity:</a:t>
          </a:r>
          <a:r>
            <a:rPr lang="en-GB"/>
            <a:t> Written in C++; object-oriented code in the kernel leads to complex vtable overwrite vulnerabilities.</a:t>
          </a:r>
          <a:endParaRPr lang="en-US"/>
        </a:p>
      </dgm:t>
    </dgm:pt>
    <dgm:pt modelId="{A6B6B258-9806-4A52-BFD8-493D41892533}" type="parTrans" cxnId="{2DE8885D-E5E9-406E-BEA0-30420D49455E}">
      <dgm:prSet/>
      <dgm:spPr/>
      <dgm:t>
        <a:bodyPr/>
        <a:lstStyle/>
        <a:p>
          <a:endParaRPr lang="en-US"/>
        </a:p>
      </dgm:t>
    </dgm:pt>
    <dgm:pt modelId="{67FA2FDF-1D21-49FC-BEE7-16F25CEA1669}" type="sibTrans" cxnId="{2DE8885D-E5E9-406E-BEA0-30420D49455E}">
      <dgm:prSet/>
      <dgm:spPr/>
      <dgm:t>
        <a:bodyPr/>
        <a:lstStyle/>
        <a:p>
          <a:endParaRPr lang="en-US"/>
        </a:p>
      </dgm:t>
    </dgm:pt>
    <dgm:pt modelId="{2D122D2A-04EF-4FFC-BA38-1134F921AB09}">
      <dgm:prSet/>
      <dgm:spPr/>
      <dgm:t>
        <a:bodyPr/>
        <a:lstStyle/>
        <a:p>
          <a:r>
            <a:rPr lang="en-GB" b="1"/>
            <a:t>Mitigation Bypasses:</a:t>
          </a:r>
          <a:endParaRPr lang="en-US"/>
        </a:p>
      </dgm:t>
    </dgm:pt>
    <dgm:pt modelId="{57BB823E-EB48-466A-B32D-86BE04DCDB08}" type="parTrans" cxnId="{05BAEBE9-CF8E-40D3-BB70-E2599DB6C5C3}">
      <dgm:prSet/>
      <dgm:spPr/>
      <dgm:t>
        <a:bodyPr/>
        <a:lstStyle/>
        <a:p>
          <a:endParaRPr lang="en-US"/>
        </a:p>
      </dgm:t>
    </dgm:pt>
    <dgm:pt modelId="{4B329AB1-40BC-49D6-8E52-43D0E1757CB6}" type="sibTrans" cxnId="{05BAEBE9-CF8E-40D3-BB70-E2599DB6C5C3}">
      <dgm:prSet/>
      <dgm:spPr/>
      <dgm:t>
        <a:bodyPr/>
        <a:lstStyle/>
        <a:p>
          <a:endParaRPr lang="en-US"/>
        </a:p>
      </dgm:t>
    </dgm:pt>
    <dgm:pt modelId="{B2770F30-0E6F-48E7-9409-1A42959D2A84}">
      <dgm:prSet/>
      <dgm:spPr/>
      <dgm:t>
        <a:bodyPr/>
        <a:lstStyle/>
        <a:p>
          <a:r>
            <a:rPr lang="en-GB"/>
            <a:t>PAC forgeries (Pointer Authentication brute-forcing on older hardware).</a:t>
          </a:r>
          <a:endParaRPr lang="en-US"/>
        </a:p>
      </dgm:t>
    </dgm:pt>
    <dgm:pt modelId="{B85D30C5-5209-431C-B419-C7F5E89957A7}" type="parTrans" cxnId="{49600D3F-7A71-4768-8679-54D04C4074AC}">
      <dgm:prSet/>
      <dgm:spPr/>
      <dgm:t>
        <a:bodyPr/>
        <a:lstStyle/>
        <a:p>
          <a:endParaRPr lang="en-US"/>
        </a:p>
      </dgm:t>
    </dgm:pt>
    <dgm:pt modelId="{740BB782-E715-4B1B-A075-ECCE3C113820}" type="sibTrans" cxnId="{49600D3F-7A71-4768-8679-54D04C4074AC}">
      <dgm:prSet/>
      <dgm:spPr/>
      <dgm:t>
        <a:bodyPr/>
        <a:lstStyle/>
        <a:p>
          <a:endParaRPr lang="en-US"/>
        </a:p>
      </dgm:t>
    </dgm:pt>
    <dgm:pt modelId="{2491A019-8DE8-4753-8A4C-A64162165966}">
      <dgm:prSet/>
      <dgm:spPr/>
      <dgm:t>
        <a:bodyPr/>
        <a:lstStyle/>
        <a:p>
          <a:r>
            <a:rPr lang="en-GB"/>
            <a:t>KASLR leaks via uninitialized memory or side-channels in mach_msg.</a:t>
          </a:r>
          <a:endParaRPr lang="en-US"/>
        </a:p>
      </dgm:t>
    </dgm:pt>
    <dgm:pt modelId="{001693AD-5770-42AC-84C5-5E1751279B1A}" type="parTrans" cxnId="{A5E6819E-EEF0-47E8-BA67-0596D6EF7C65}">
      <dgm:prSet/>
      <dgm:spPr/>
      <dgm:t>
        <a:bodyPr/>
        <a:lstStyle/>
        <a:p>
          <a:endParaRPr lang="en-US"/>
        </a:p>
      </dgm:t>
    </dgm:pt>
    <dgm:pt modelId="{FE7A6E0A-5408-4E79-A487-A9F5612F95FA}" type="sibTrans" cxnId="{A5E6819E-EEF0-47E8-BA67-0596D6EF7C65}">
      <dgm:prSet/>
      <dgm:spPr/>
      <dgm:t>
        <a:bodyPr/>
        <a:lstStyle/>
        <a:p>
          <a:endParaRPr lang="en-US"/>
        </a:p>
      </dgm:t>
    </dgm:pt>
    <dgm:pt modelId="{9174F9DF-79CB-43AE-B41D-4E4A99669560}">
      <dgm:prSet/>
      <dgm:spPr/>
      <dgm:t>
        <a:bodyPr/>
        <a:lstStyle/>
        <a:p>
          <a:r>
            <a:rPr lang="en-GB" b="1"/>
            <a:t>The 'PPL Bypass' Issue:</a:t>
          </a:r>
          <a:r>
            <a:rPr lang="en-GB"/>
            <a:t> Escalating from Kernel -&gt; PPL -&gt; Secure Monitor remains a path pursued by advanced persistent threats.</a:t>
          </a:r>
          <a:endParaRPr lang="en-US"/>
        </a:p>
      </dgm:t>
    </dgm:pt>
    <dgm:pt modelId="{15EEDDE9-36C4-42E2-B471-D9797F95F5DE}" type="parTrans" cxnId="{2A18061D-7A3E-4F47-980C-D06FE8B952E2}">
      <dgm:prSet/>
      <dgm:spPr/>
      <dgm:t>
        <a:bodyPr/>
        <a:lstStyle/>
        <a:p>
          <a:endParaRPr lang="en-US"/>
        </a:p>
      </dgm:t>
    </dgm:pt>
    <dgm:pt modelId="{3AC0CE45-2B78-4B90-9777-59ECA031831F}" type="sibTrans" cxnId="{2A18061D-7A3E-4F47-980C-D06FE8B952E2}">
      <dgm:prSet/>
      <dgm:spPr/>
      <dgm:t>
        <a:bodyPr/>
        <a:lstStyle/>
        <a:p>
          <a:endParaRPr lang="en-US"/>
        </a:p>
      </dgm:t>
    </dgm:pt>
    <dgm:pt modelId="{E3918BEC-F8E4-C74D-AF37-9E4F94341F55}" type="pres">
      <dgm:prSet presAssocID="{B5F644B0-1D0B-4317-8C87-0D6AD4226F3D}" presName="outerComposite" presStyleCnt="0">
        <dgm:presLayoutVars>
          <dgm:chMax val="5"/>
          <dgm:dir/>
          <dgm:resizeHandles val="exact"/>
        </dgm:presLayoutVars>
      </dgm:prSet>
      <dgm:spPr/>
    </dgm:pt>
    <dgm:pt modelId="{9F1C820A-87DF-E44F-8D93-0CA71D07DEC3}" type="pres">
      <dgm:prSet presAssocID="{B5F644B0-1D0B-4317-8C87-0D6AD4226F3D}" presName="dummyMaxCanvas" presStyleCnt="0">
        <dgm:presLayoutVars/>
      </dgm:prSet>
      <dgm:spPr/>
    </dgm:pt>
    <dgm:pt modelId="{44B9CD30-6597-BC4E-9431-AD2EE9B4D0F5}" type="pres">
      <dgm:prSet presAssocID="{B5F644B0-1D0B-4317-8C87-0D6AD4226F3D}" presName="FourNodes_1" presStyleLbl="node1" presStyleIdx="0" presStyleCnt="4">
        <dgm:presLayoutVars>
          <dgm:bulletEnabled val="1"/>
        </dgm:presLayoutVars>
      </dgm:prSet>
      <dgm:spPr/>
    </dgm:pt>
    <dgm:pt modelId="{27FD53AB-D8F9-0749-AC6F-8C0012964085}" type="pres">
      <dgm:prSet presAssocID="{B5F644B0-1D0B-4317-8C87-0D6AD4226F3D}" presName="FourNodes_2" presStyleLbl="node1" presStyleIdx="1" presStyleCnt="4">
        <dgm:presLayoutVars>
          <dgm:bulletEnabled val="1"/>
        </dgm:presLayoutVars>
      </dgm:prSet>
      <dgm:spPr/>
    </dgm:pt>
    <dgm:pt modelId="{B2C5FD70-E9E8-2E4E-991D-B2858D633C3D}" type="pres">
      <dgm:prSet presAssocID="{B5F644B0-1D0B-4317-8C87-0D6AD4226F3D}" presName="FourNodes_3" presStyleLbl="node1" presStyleIdx="2" presStyleCnt="4">
        <dgm:presLayoutVars>
          <dgm:bulletEnabled val="1"/>
        </dgm:presLayoutVars>
      </dgm:prSet>
      <dgm:spPr/>
    </dgm:pt>
    <dgm:pt modelId="{8547D175-B43F-384F-9A66-60190506CBB8}" type="pres">
      <dgm:prSet presAssocID="{B5F644B0-1D0B-4317-8C87-0D6AD4226F3D}" presName="FourNodes_4" presStyleLbl="node1" presStyleIdx="3" presStyleCnt="4">
        <dgm:presLayoutVars>
          <dgm:bulletEnabled val="1"/>
        </dgm:presLayoutVars>
      </dgm:prSet>
      <dgm:spPr/>
    </dgm:pt>
    <dgm:pt modelId="{8927DAA6-204F-2D41-9773-3A96A7BAA773}" type="pres">
      <dgm:prSet presAssocID="{B5F644B0-1D0B-4317-8C87-0D6AD4226F3D}" presName="FourConn_1-2" presStyleLbl="fgAccFollowNode1" presStyleIdx="0" presStyleCnt="3">
        <dgm:presLayoutVars>
          <dgm:bulletEnabled val="1"/>
        </dgm:presLayoutVars>
      </dgm:prSet>
      <dgm:spPr/>
    </dgm:pt>
    <dgm:pt modelId="{F013FFB8-E4D1-7643-B87E-C409DDE69B43}" type="pres">
      <dgm:prSet presAssocID="{B5F644B0-1D0B-4317-8C87-0D6AD4226F3D}" presName="FourConn_2-3" presStyleLbl="fgAccFollowNode1" presStyleIdx="1" presStyleCnt="3">
        <dgm:presLayoutVars>
          <dgm:bulletEnabled val="1"/>
        </dgm:presLayoutVars>
      </dgm:prSet>
      <dgm:spPr/>
    </dgm:pt>
    <dgm:pt modelId="{A2537867-1895-7D4E-9E9E-A0BFD5E3B811}" type="pres">
      <dgm:prSet presAssocID="{B5F644B0-1D0B-4317-8C87-0D6AD4226F3D}" presName="FourConn_3-4" presStyleLbl="fgAccFollowNode1" presStyleIdx="2" presStyleCnt="3">
        <dgm:presLayoutVars>
          <dgm:bulletEnabled val="1"/>
        </dgm:presLayoutVars>
      </dgm:prSet>
      <dgm:spPr/>
    </dgm:pt>
    <dgm:pt modelId="{38400013-5D17-6F45-B92F-59702337DEDC}" type="pres">
      <dgm:prSet presAssocID="{B5F644B0-1D0B-4317-8C87-0D6AD4226F3D}" presName="FourNodes_1_text" presStyleLbl="node1" presStyleIdx="3" presStyleCnt="4">
        <dgm:presLayoutVars>
          <dgm:bulletEnabled val="1"/>
        </dgm:presLayoutVars>
      </dgm:prSet>
      <dgm:spPr/>
    </dgm:pt>
    <dgm:pt modelId="{F881680F-4019-5A45-A255-A6FEB6F5A868}" type="pres">
      <dgm:prSet presAssocID="{B5F644B0-1D0B-4317-8C87-0D6AD4226F3D}" presName="FourNodes_2_text" presStyleLbl="node1" presStyleIdx="3" presStyleCnt="4">
        <dgm:presLayoutVars>
          <dgm:bulletEnabled val="1"/>
        </dgm:presLayoutVars>
      </dgm:prSet>
      <dgm:spPr/>
    </dgm:pt>
    <dgm:pt modelId="{6F1527A7-0669-4645-AF2E-C5E001C8CEAF}" type="pres">
      <dgm:prSet presAssocID="{B5F644B0-1D0B-4317-8C87-0D6AD4226F3D}" presName="FourNodes_3_text" presStyleLbl="node1" presStyleIdx="3" presStyleCnt="4">
        <dgm:presLayoutVars>
          <dgm:bulletEnabled val="1"/>
        </dgm:presLayoutVars>
      </dgm:prSet>
      <dgm:spPr/>
    </dgm:pt>
    <dgm:pt modelId="{64F09DF1-8B59-C349-8486-A404723C824C}" type="pres">
      <dgm:prSet presAssocID="{B5F644B0-1D0B-4317-8C87-0D6AD4226F3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8413003-379B-1242-9A89-C35C16CC0757}" type="presOf" srcId="{7BF33B28-1392-4F9C-AE0E-5CBBF626342E}" destId="{F881680F-4019-5A45-A255-A6FEB6F5A868}" srcOrd="1" destOrd="0" presId="urn:microsoft.com/office/officeart/2005/8/layout/vProcess5"/>
    <dgm:cxn modelId="{35651E1C-7681-CF4D-A521-75654D694B0E}" type="presOf" srcId="{5570CA79-BFD6-4547-BA0C-8BEBE948D480}" destId="{38400013-5D17-6F45-B92F-59702337DEDC}" srcOrd="1" destOrd="0" presId="urn:microsoft.com/office/officeart/2005/8/layout/vProcess5"/>
    <dgm:cxn modelId="{2A18061D-7A3E-4F47-980C-D06FE8B952E2}" srcId="{B5F644B0-1D0B-4317-8C87-0D6AD4226F3D}" destId="{9174F9DF-79CB-43AE-B41D-4E4A99669560}" srcOrd="3" destOrd="0" parTransId="{15EEDDE9-36C4-42E2-B471-D9797F95F5DE}" sibTransId="{3AC0CE45-2B78-4B90-9777-59ECA031831F}"/>
    <dgm:cxn modelId="{16D9202B-0802-9A46-A855-EA0FB225AE0E}" type="presOf" srcId="{2D122D2A-04EF-4FFC-BA38-1134F921AB09}" destId="{B2C5FD70-E9E8-2E4E-991D-B2858D633C3D}" srcOrd="0" destOrd="0" presId="urn:microsoft.com/office/officeart/2005/8/layout/vProcess5"/>
    <dgm:cxn modelId="{C5E2D43D-159D-1C48-A784-7D6779D51309}" type="presOf" srcId="{2491A019-8DE8-4753-8A4C-A64162165966}" destId="{B2C5FD70-E9E8-2E4E-991D-B2858D633C3D}" srcOrd="0" destOrd="2" presId="urn:microsoft.com/office/officeart/2005/8/layout/vProcess5"/>
    <dgm:cxn modelId="{B2840A3F-9C96-9B4D-BA9E-40DF070D1FDD}" type="presOf" srcId="{7BF33B28-1392-4F9C-AE0E-5CBBF626342E}" destId="{27FD53AB-D8F9-0749-AC6F-8C0012964085}" srcOrd="0" destOrd="0" presId="urn:microsoft.com/office/officeart/2005/8/layout/vProcess5"/>
    <dgm:cxn modelId="{49600D3F-7A71-4768-8679-54D04C4074AC}" srcId="{2D122D2A-04EF-4FFC-BA38-1134F921AB09}" destId="{B2770F30-0E6F-48E7-9409-1A42959D2A84}" srcOrd="0" destOrd="0" parTransId="{B85D30C5-5209-431C-B419-C7F5E89957A7}" sibTransId="{740BB782-E715-4B1B-A075-ECCE3C113820}"/>
    <dgm:cxn modelId="{D2B04450-B1BC-4A7E-980D-408012204420}" srcId="{B5F644B0-1D0B-4317-8C87-0D6AD4226F3D}" destId="{5570CA79-BFD6-4547-BA0C-8BEBE948D480}" srcOrd="0" destOrd="0" parTransId="{B3C9C340-0764-4948-B89F-22E1AA39E4C2}" sibTransId="{76408A48-5AD6-44F0-B066-848DBD4550A7}"/>
    <dgm:cxn modelId="{2DE8885D-E5E9-406E-BEA0-30420D49455E}" srcId="{B5F644B0-1D0B-4317-8C87-0D6AD4226F3D}" destId="{7BF33B28-1392-4F9C-AE0E-5CBBF626342E}" srcOrd="1" destOrd="0" parTransId="{A6B6B258-9806-4A52-BFD8-493D41892533}" sibTransId="{67FA2FDF-1D21-49FC-BEE7-16F25CEA1669}"/>
    <dgm:cxn modelId="{7BA3FF7C-06CC-DD4D-8FD8-6AD57B2DF10A}" type="presOf" srcId="{76408A48-5AD6-44F0-B066-848DBD4550A7}" destId="{8927DAA6-204F-2D41-9773-3A96A7BAA773}" srcOrd="0" destOrd="0" presId="urn:microsoft.com/office/officeart/2005/8/layout/vProcess5"/>
    <dgm:cxn modelId="{069CDE81-1F38-1748-B3CA-ECA0B1EBA607}" type="presOf" srcId="{2D122D2A-04EF-4FFC-BA38-1134F921AB09}" destId="{6F1527A7-0669-4645-AF2E-C5E001C8CEAF}" srcOrd="1" destOrd="0" presId="urn:microsoft.com/office/officeart/2005/8/layout/vProcess5"/>
    <dgm:cxn modelId="{23729B92-977B-D246-B0F0-5619B0F97357}" type="presOf" srcId="{4B329AB1-40BC-49D6-8E52-43D0E1757CB6}" destId="{A2537867-1895-7D4E-9E9E-A0BFD5E3B811}" srcOrd="0" destOrd="0" presId="urn:microsoft.com/office/officeart/2005/8/layout/vProcess5"/>
    <dgm:cxn modelId="{A5E6819E-EEF0-47E8-BA67-0596D6EF7C65}" srcId="{2D122D2A-04EF-4FFC-BA38-1134F921AB09}" destId="{2491A019-8DE8-4753-8A4C-A64162165966}" srcOrd="1" destOrd="0" parTransId="{001693AD-5770-42AC-84C5-5E1751279B1A}" sibTransId="{FE7A6E0A-5408-4E79-A487-A9F5612F95FA}"/>
    <dgm:cxn modelId="{8B00F7A8-BDE0-A34D-8C86-E545222BFAD5}" type="presOf" srcId="{2491A019-8DE8-4753-8A4C-A64162165966}" destId="{6F1527A7-0669-4645-AF2E-C5E001C8CEAF}" srcOrd="1" destOrd="2" presId="urn:microsoft.com/office/officeart/2005/8/layout/vProcess5"/>
    <dgm:cxn modelId="{D063D6B2-B588-6E46-9BA0-D5C21E752122}" type="presOf" srcId="{9174F9DF-79CB-43AE-B41D-4E4A99669560}" destId="{64F09DF1-8B59-C349-8486-A404723C824C}" srcOrd="1" destOrd="0" presId="urn:microsoft.com/office/officeart/2005/8/layout/vProcess5"/>
    <dgm:cxn modelId="{EE2E3EB7-FBDE-5A4B-95D4-A37A7162621F}" type="presOf" srcId="{67FA2FDF-1D21-49FC-BEE7-16F25CEA1669}" destId="{F013FFB8-E4D1-7643-B87E-C409DDE69B43}" srcOrd="0" destOrd="0" presId="urn:microsoft.com/office/officeart/2005/8/layout/vProcess5"/>
    <dgm:cxn modelId="{2752CDBF-EDAD-924B-B672-6BEE3E311D43}" type="presOf" srcId="{B2770F30-0E6F-48E7-9409-1A42959D2A84}" destId="{6F1527A7-0669-4645-AF2E-C5E001C8CEAF}" srcOrd="1" destOrd="1" presId="urn:microsoft.com/office/officeart/2005/8/layout/vProcess5"/>
    <dgm:cxn modelId="{100A00C9-17C1-804B-93D8-2B2DBC14AB8F}" type="presOf" srcId="{B2770F30-0E6F-48E7-9409-1A42959D2A84}" destId="{B2C5FD70-E9E8-2E4E-991D-B2858D633C3D}" srcOrd="0" destOrd="1" presId="urn:microsoft.com/office/officeart/2005/8/layout/vProcess5"/>
    <dgm:cxn modelId="{064852CC-7BE9-E043-AFEB-F851035F75CA}" type="presOf" srcId="{5570CA79-BFD6-4547-BA0C-8BEBE948D480}" destId="{44B9CD30-6597-BC4E-9431-AD2EE9B4D0F5}" srcOrd="0" destOrd="0" presId="urn:microsoft.com/office/officeart/2005/8/layout/vProcess5"/>
    <dgm:cxn modelId="{25F324D7-E3B4-5541-9AD5-1EFEB53EFFAD}" type="presOf" srcId="{9174F9DF-79CB-43AE-B41D-4E4A99669560}" destId="{8547D175-B43F-384F-9A66-60190506CBB8}" srcOrd="0" destOrd="0" presId="urn:microsoft.com/office/officeart/2005/8/layout/vProcess5"/>
    <dgm:cxn modelId="{260538E6-DFF6-1E48-81A3-F5FF0E8E6252}" type="presOf" srcId="{B5F644B0-1D0B-4317-8C87-0D6AD4226F3D}" destId="{E3918BEC-F8E4-C74D-AF37-9E4F94341F55}" srcOrd="0" destOrd="0" presId="urn:microsoft.com/office/officeart/2005/8/layout/vProcess5"/>
    <dgm:cxn modelId="{05BAEBE9-CF8E-40D3-BB70-E2599DB6C5C3}" srcId="{B5F644B0-1D0B-4317-8C87-0D6AD4226F3D}" destId="{2D122D2A-04EF-4FFC-BA38-1134F921AB09}" srcOrd="2" destOrd="0" parTransId="{57BB823E-EB48-466A-B32D-86BE04DCDB08}" sibTransId="{4B329AB1-40BC-49D6-8E52-43D0E1757CB6}"/>
    <dgm:cxn modelId="{690A2119-A734-104A-B54C-149B1ED22A59}" type="presParOf" srcId="{E3918BEC-F8E4-C74D-AF37-9E4F94341F55}" destId="{9F1C820A-87DF-E44F-8D93-0CA71D07DEC3}" srcOrd="0" destOrd="0" presId="urn:microsoft.com/office/officeart/2005/8/layout/vProcess5"/>
    <dgm:cxn modelId="{35778091-B307-7A41-A79F-89ED81497C80}" type="presParOf" srcId="{E3918BEC-F8E4-C74D-AF37-9E4F94341F55}" destId="{44B9CD30-6597-BC4E-9431-AD2EE9B4D0F5}" srcOrd="1" destOrd="0" presId="urn:microsoft.com/office/officeart/2005/8/layout/vProcess5"/>
    <dgm:cxn modelId="{929F79F5-764E-884B-918C-D706048688FA}" type="presParOf" srcId="{E3918BEC-F8E4-C74D-AF37-9E4F94341F55}" destId="{27FD53AB-D8F9-0749-AC6F-8C0012964085}" srcOrd="2" destOrd="0" presId="urn:microsoft.com/office/officeart/2005/8/layout/vProcess5"/>
    <dgm:cxn modelId="{C088373F-1440-7943-ABFB-E89F75CF48C7}" type="presParOf" srcId="{E3918BEC-F8E4-C74D-AF37-9E4F94341F55}" destId="{B2C5FD70-E9E8-2E4E-991D-B2858D633C3D}" srcOrd="3" destOrd="0" presId="urn:microsoft.com/office/officeart/2005/8/layout/vProcess5"/>
    <dgm:cxn modelId="{125E2622-4839-FB4D-8CDB-4202282184A8}" type="presParOf" srcId="{E3918BEC-F8E4-C74D-AF37-9E4F94341F55}" destId="{8547D175-B43F-384F-9A66-60190506CBB8}" srcOrd="4" destOrd="0" presId="urn:microsoft.com/office/officeart/2005/8/layout/vProcess5"/>
    <dgm:cxn modelId="{E805650D-F110-4F49-95E9-1F3FDB894977}" type="presParOf" srcId="{E3918BEC-F8E4-C74D-AF37-9E4F94341F55}" destId="{8927DAA6-204F-2D41-9773-3A96A7BAA773}" srcOrd="5" destOrd="0" presId="urn:microsoft.com/office/officeart/2005/8/layout/vProcess5"/>
    <dgm:cxn modelId="{F86C39E1-84F6-EC44-B43D-48E2C0F93F07}" type="presParOf" srcId="{E3918BEC-F8E4-C74D-AF37-9E4F94341F55}" destId="{F013FFB8-E4D1-7643-B87E-C409DDE69B43}" srcOrd="6" destOrd="0" presId="urn:microsoft.com/office/officeart/2005/8/layout/vProcess5"/>
    <dgm:cxn modelId="{A3C1EDD8-0159-1144-9911-2A27A0518052}" type="presParOf" srcId="{E3918BEC-F8E4-C74D-AF37-9E4F94341F55}" destId="{A2537867-1895-7D4E-9E9E-A0BFD5E3B811}" srcOrd="7" destOrd="0" presId="urn:microsoft.com/office/officeart/2005/8/layout/vProcess5"/>
    <dgm:cxn modelId="{AFC23569-1EA0-B74E-A51D-6D36A3265A00}" type="presParOf" srcId="{E3918BEC-F8E4-C74D-AF37-9E4F94341F55}" destId="{38400013-5D17-6F45-B92F-59702337DEDC}" srcOrd="8" destOrd="0" presId="urn:microsoft.com/office/officeart/2005/8/layout/vProcess5"/>
    <dgm:cxn modelId="{267FD5D7-A6EC-184B-8848-DB2F72D93770}" type="presParOf" srcId="{E3918BEC-F8E4-C74D-AF37-9E4F94341F55}" destId="{F881680F-4019-5A45-A255-A6FEB6F5A868}" srcOrd="9" destOrd="0" presId="urn:microsoft.com/office/officeart/2005/8/layout/vProcess5"/>
    <dgm:cxn modelId="{C05FE653-4F52-A948-89F0-91D91B831504}" type="presParOf" srcId="{E3918BEC-F8E4-C74D-AF37-9E4F94341F55}" destId="{6F1527A7-0669-4645-AF2E-C5E001C8CEAF}" srcOrd="10" destOrd="0" presId="urn:microsoft.com/office/officeart/2005/8/layout/vProcess5"/>
    <dgm:cxn modelId="{E60B03E2-73D8-BE49-8C19-F2F3C2FDADFA}" type="presParOf" srcId="{E3918BEC-F8E4-C74D-AF37-9E4F94341F55}" destId="{64F09DF1-8B59-C349-8486-A404723C824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FFE7AA4-28A6-4B80-AF81-70255B3BCE8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5457D10-72F0-4B9D-8C95-49DE9FDF5C70}">
      <dgm:prSet/>
      <dgm:spPr/>
      <dgm:t>
        <a:bodyPr/>
        <a:lstStyle/>
        <a:p>
          <a:pPr>
            <a:defRPr b="1"/>
          </a:pPr>
          <a:r>
            <a:rPr lang="en-GB" b="1" dirty="0"/>
            <a:t>The Attack (2021):</a:t>
          </a:r>
          <a:r>
            <a:rPr lang="en-GB" dirty="0"/>
            <a:t> Zero-click iMessage exploit targeting iOS 14.</a:t>
          </a:r>
          <a:endParaRPr lang="en-US" dirty="0"/>
        </a:p>
      </dgm:t>
    </dgm:pt>
    <dgm:pt modelId="{08A188C4-A777-47FE-A8F2-60FAD316CAA2}" type="parTrans" cxnId="{28F93511-168F-4A7E-9847-9F96E398EE7B}">
      <dgm:prSet/>
      <dgm:spPr/>
      <dgm:t>
        <a:bodyPr/>
        <a:lstStyle/>
        <a:p>
          <a:endParaRPr lang="en-US"/>
        </a:p>
      </dgm:t>
    </dgm:pt>
    <dgm:pt modelId="{4A226242-AB84-4446-859B-48762265434E}" type="sibTrans" cxnId="{28F93511-168F-4A7E-9847-9F96E398EE7B}">
      <dgm:prSet/>
      <dgm:spPr/>
      <dgm:t>
        <a:bodyPr/>
        <a:lstStyle/>
        <a:p>
          <a:endParaRPr lang="en-US"/>
        </a:p>
      </dgm:t>
    </dgm:pt>
    <dgm:pt modelId="{8ECC6933-7EED-4C7C-B16D-E1BD0A890A12}">
      <dgm:prSet/>
      <dgm:spPr/>
      <dgm:t>
        <a:bodyPr/>
        <a:lstStyle/>
        <a:p>
          <a:pPr>
            <a:defRPr b="1"/>
          </a:pPr>
          <a:r>
            <a:rPr lang="en-GB" b="1"/>
            <a:t>Vulnerability:</a:t>
          </a:r>
          <a:r>
            <a:rPr lang="en-GB"/>
            <a:t> CVE-2021-30860 (Integer overflow in CoreGraphics PDF parser).</a:t>
          </a:r>
          <a:endParaRPr lang="en-US"/>
        </a:p>
      </dgm:t>
    </dgm:pt>
    <dgm:pt modelId="{EEF9B3D6-6774-4282-A16A-F3153F3C4E43}" type="parTrans" cxnId="{C802836D-EE5D-4DE5-885B-E15BB86AFCAA}">
      <dgm:prSet/>
      <dgm:spPr/>
      <dgm:t>
        <a:bodyPr/>
        <a:lstStyle/>
        <a:p>
          <a:endParaRPr lang="en-US"/>
        </a:p>
      </dgm:t>
    </dgm:pt>
    <dgm:pt modelId="{4470C818-73E6-45BA-BE56-2ECE8BC694BA}" type="sibTrans" cxnId="{C802836D-EE5D-4DE5-885B-E15BB86AFCAA}">
      <dgm:prSet/>
      <dgm:spPr/>
      <dgm:t>
        <a:bodyPr/>
        <a:lstStyle/>
        <a:p>
          <a:endParaRPr lang="en-US"/>
        </a:p>
      </dgm:t>
    </dgm:pt>
    <dgm:pt modelId="{9A95EB2E-04CC-4E92-90AE-E6FC17380A54}">
      <dgm:prSet/>
      <dgm:spPr/>
      <dgm:t>
        <a:bodyPr/>
        <a:lstStyle/>
        <a:p>
          <a:pPr>
            <a:defRPr b="1"/>
          </a:pPr>
          <a:r>
            <a:rPr lang="en-GB" b="1"/>
            <a:t>Exploit Chain:</a:t>
          </a:r>
          <a:endParaRPr lang="en-US"/>
        </a:p>
      </dgm:t>
    </dgm:pt>
    <dgm:pt modelId="{9D175556-DA32-4ABD-AADA-1A475AD930B7}" type="parTrans" cxnId="{E6259520-1B5F-4DAF-AF1D-6785DFA23795}">
      <dgm:prSet/>
      <dgm:spPr/>
      <dgm:t>
        <a:bodyPr/>
        <a:lstStyle/>
        <a:p>
          <a:endParaRPr lang="en-US"/>
        </a:p>
      </dgm:t>
    </dgm:pt>
    <dgm:pt modelId="{329AD097-6284-4104-B6AE-412259B1EBBC}" type="sibTrans" cxnId="{E6259520-1B5F-4DAF-AF1D-6785DFA23795}">
      <dgm:prSet/>
      <dgm:spPr/>
      <dgm:t>
        <a:bodyPr/>
        <a:lstStyle/>
        <a:p>
          <a:endParaRPr lang="en-US"/>
        </a:p>
      </dgm:t>
    </dgm:pt>
    <dgm:pt modelId="{53105444-026D-4F51-99A0-966F8D7FCE7E}">
      <dgm:prSet/>
      <dgm:spPr/>
      <dgm:t>
        <a:bodyPr/>
        <a:lstStyle/>
        <a:p>
          <a:r>
            <a:rPr lang="en-GB" b="1"/>
            <a:t>JBIG2 Decoder Bug:</a:t>
          </a:r>
          <a:r>
            <a:rPr lang="en-GB"/>
            <a:t> Logical bug in sandboxed ImageIO.</a:t>
          </a:r>
          <a:endParaRPr lang="en-US"/>
        </a:p>
      </dgm:t>
    </dgm:pt>
    <dgm:pt modelId="{B1A0E7E1-9479-46CA-B8E3-2258B4FBBF56}" type="parTrans" cxnId="{3F5834BB-2786-4E52-900D-C53D8C049C16}">
      <dgm:prSet/>
      <dgm:spPr/>
      <dgm:t>
        <a:bodyPr/>
        <a:lstStyle/>
        <a:p>
          <a:endParaRPr lang="en-US"/>
        </a:p>
      </dgm:t>
    </dgm:pt>
    <dgm:pt modelId="{55502186-1335-4B02-B618-A5E1D29A672F}" type="sibTrans" cxnId="{3F5834BB-2786-4E52-900D-C53D8C049C16}">
      <dgm:prSet/>
      <dgm:spPr/>
      <dgm:t>
        <a:bodyPr/>
        <a:lstStyle/>
        <a:p>
          <a:endParaRPr lang="en-US"/>
        </a:p>
      </dgm:t>
    </dgm:pt>
    <dgm:pt modelId="{022AD2AC-B3B8-4AB1-B2B1-E0EC7AEA83F1}">
      <dgm:prSet/>
      <dgm:spPr/>
      <dgm:t>
        <a:bodyPr/>
        <a:lstStyle/>
        <a:p>
          <a:r>
            <a:rPr lang="en-GB" b="1"/>
            <a:t>Sandbox Escape:</a:t>
          </a:r>
          <a:r>
            <a:rPr lang="en-GB"/>
            <a:t> Exploit kernel syscall mach_vm_read_overwrite logic.</a:t>
          </a:r>
          <a:endParaRPr lang="en-US"/>
        </a:p>
      </dgm:t>
    </dgm:pt>
    <dgm:pt modelId="{6D72B2D1-B833-4CA1-96B0-7917CFD38D64}" type="parTrans" cxnId="{28EEFF56-7DFE-48DC-AE78-66597FD6A681}">
      <dgm:prSet/>
      <dgm:spPr/>
      <dgm:t>
        <a:bodyPr/>
        <a:lstStyle/>
        <a:p>
          <a:endParaRPr lang="en-US"/>
        </a:p>
      </dgm:t>
    </dgm:pt>
    <dgm:pt modelId="{C9A862B9-A4B4-4BFE-8039-186E392DBB7F}" type="sibTrans" cxnId="{28EEFF56-7DFE-48DC-AE78-66597FD6A681}">
      <dgm:prSet/>
      <dgm:spPr/>
      <dgm:t>
        <a:bodyPr/>
        <a:lstStyle/>
        <a:p>
          <a:endParaRPr lang="en-US"/>
        </a:p>
      </dgm:t>
    </dgm:pt>
    <dgm:pt modelId="{2D1339A4-62A3-4BE6-96C5-CC80D91A0A51}">
      <dgm:prSet/>
      <dgm:spPr/>
      <dgm:t>
        <a:bodyPr/>
        <a:lstStyle/>
        <a:p>
          <a:r>
            <a:rPr lang="en-GB" b="1"/>
            <a:t>XNU Kernel Exploit:</a:t>
          </a:r>
          <a:r>
            <a:rPr lang="en-GB"/>
            <a:t> Target the Mach zone allocator to achieve arbitrary read/write.</a:t>
          </a:r>
          <a:endParaRPr lang="en-US"/>
        </a:p>
      </dgm:t>
    </dgm:pt>
    <dgm:pt modelId="{B6EA3A33-E8D5-49E8-83D2-20DA60DB9378}" type="parTrans" cxnId="{53CE432D-BC7C-4EF2-ABA5-78C7A0E5522A}">
      <dgm:prSet/>
      <dgm:spPr/>
      <dgm:t>
        <a:bodyPr/>
        <a:lstStyle/>
        <a:p>
          <a:endParaRPr lang="en-US"/>
        </a:p>
      </dgm:t>
    </dgm:pt>
    <dgm:pt modelId="{E5004D49-4C0B-4848-A262-D4CC41FE5D49}" type="sibTrans" cxnId="{53CE432D-BC7C-4EF2-ABA5-78C7A0E5522A}">
      <dgm:prSet/>
      <dgm:spPr/>
      <dgm:t>
        <a:bodyPr/>
        <a:lstStyle/>
        <a:p>
          <a:endParaRPr lang="en-US"/>
        </a:p>
      </dgm:t>
    </dgm:pt>
    <dgm:pt modelId="{44D2447F-9EF5-4D54-B8AB-86D2948A968E}">
      <dgm:prSet/>
      <dgm:spPr/>
      <dgm:t>
        <a:bodyPr/>
        <a:lstStyle/>
        <a:p>
          <a:pPr>
            <a:defRPr b="1"/>
          </a:pPr>
          <a:r>
            <a:rPr lang="en-GB" b="1"/>
            <a:t>XNU Defense Failure Analysis:</a:t>
          </a:r>
          <a:endParaRPr lang="en-US"/>
        </a:p>
      </dgm:t>
    </dgm:pt>
    <dgm:pt modelId="{DCD1A5FE-E4F1-40B1-B616-01A005ED3544}" type="parTrans" cxnId="{1A7C176F-0AE9-4F3A-81D7-34F6103CC993}">
      <dgm:prSet/>
      <dgm:spPr/>
      <dgm:t>
        <a:bodyPr/>
        <a:lstStyle/>
        <a:p>
          <a:endParaRPr lang="en-US"/>
        </a:p>
      </dgm:t>
    </dgm:pt>
    <dgm:pt modelId="{81F259F3-6973-4697-80AA-90D68231E052}" type="sibTrans" cxnId="{1A7C176F-0AE9-4F3A-81D7-34F6103CC993}">
      <dgm:prSet/>
      <dgm:spPr/>
      <dgm:t>
        <a:bodyPr/>
        <a:lstStyle/>
        <a:p>
          <a:endParaRPr lang="en-US"/>
        </a:p>
      </dgm:t>
    </dgm:pt>
    <dgm:pt modelId="{8EC4B241-3F5C-42A5-8D02-6C76BDA9BF00}">
      <dgm:prSet/>
      <dgm:spPr/>
      <dgm:t>
        <a:bodyPr/>
        <a:lstStyle/>
        <a:p>
          <a:r>
            <a:rPr lang="en-GB" b="1"/>
            <a:t>Why did Sandboxing fail?</a:t>
          </a:r>
          <a:r>
            <a:rPr lang="en-GB"/>
            <a:t> The exploit used a </a:t>
          </a:r>
          <a:r>
            <a:rPr lang="en-GB" i="1"/>
            <a:t>permissive</a:t>
          </a:r>
          <a:r>
            <a:rPr lang="en-GB"/>
            <a:t> syscall that was allowed by the sandbox profile of the process.</a:t>
          </a:r>
          <a:endParaRPr lang="en-US"/>
        </a:p>
      </dgm:t>
    </dgm:pt>
    <dgm:pt modelId="{70846E69-22F5-4519-863D-B846EFA4B253}" type="parTrans" cxnId="{3247D37D-6263-4489-A6E0-A7070C966F71}">
      <dgm:prSet/>
      <dgm:spPr/>
      <dgm:t>
        <a:bodyPr/>
        <a:lstStyle/>
        <a:p>
          <a:endParaRPr lang="en-US"/>
        </a:p>
      </dgm:t>
    </dgm:pt>
    <dgm:pt modelId="{22750A1E-8409-4A24-95A4-D7149915467D}" type="sibTrans" cxnId="{3247D37D-6263-4489-A6E0-A7070C966F71}">
      <dgm:prSet/>
      <dgm:spPr/>
      <dgm:t>
        <a:bodyPr/>
        <a:lstStyle/>
        <a:p>
          <a:endParaRPr lang="en-US"/>
        </a:p>
      </dgm:t>
    </dgm:pt>
    <dgm:pt modelId="{670471F2-4D92-4DA6-A821-2E1A6B3E9925}">
      <dgm:prSet/>
      <dgm:spPr/>
      <dgm:t>
        <a:bodyPr/>
        <a:lstStyle/>
        <a:p>
          <a:r>
            <a:rPr lang="en-GB" b="1"/>
            <a:t>Why did PAC/KTRR fail?</a:t>
          </a:r>
          <a:r>
            <a:rPr lang="en-GB"/>
            <a:t> The exploit used data-only memory corruption (modifying a task struct's VM map), not code modification</a:t>
          </a:r>
          <a:endParaRPr lang="en-US"/>
        </a:p>
      </dgm:t>
    </dgm:pt>
    <dgm:pt modelId="{6C763791-919D-4265-AFA6-5AA44D31978C}" type="parTrans" cxnId="{183529D6-FF45-4323-AAB1-1518D6B9573D}">
      <dgm:prSet/>
      <dgm:spPr/>
      <dgm:t>
        <a:bodyPr/>
        <a:lstStyle/>
        <a:p>
          <a:endParaRPr lang="en-US"/>
        </a:p>
      </dgm:t>
    </dgm:pt>
    <dgm:pt modelId="{179374B0-DDBE-4160-A8D7-1B12A8FEB3B8}" type="sibTrans" cxnId="{183529D6-FF45-4323-AAB1-1518D6B9573D}">
      <dgm:prSet/>
      <dgm:spPr/>
      <dgm:t>
        <a:bodyPr/>
        <a:lstStyle/>
        <a:p>
          <a:endParaRPr lang="en-US"/>
        </a:p>
      </dgm:t>
    </dgm:pt>
    <dgm:pt modelId="{54FB096F-C781-4B12-9394-A8DB04BC3D8C}" type="pres">
      <dgm:prSet presAssocID="{4FFE7AA4-28A6-4B80-AF81-70255B3BCE81}" presName="root" presStyleCnt="0">
        <dgm:presLayoutVars>
          <dgm:dir/>
          <dgm:resizeHandles val="exact"/>
        </dgm:presLayoutVars>
      </dgm:prSet>
      <dgm:spPr/>
    </dgm:pt>
    <dgm:pt modelId="{64A0B3BE-0783-48E8-B207-AD920B7604AC}" type="pres">
      <dgm:prSet presAssocID="{B5457D10-72F0-4B9D-8C95-49DE9FDF5C70}" presName="compNode" presStyleCnt="0"/>
      <dgm:spPr/>
    </dgm:pt>
    <dgm:pt modelId="{4886B50B-8D7A-4064-8E69-577EDE57E8A0}" type="pres">
      <dgm:prSet presAssocID="{B5457D10-72F0-4B9D-8C95-49DE9FDF5C7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FBB65C31-5D0B-4989-989F-771A55081CB2}" type="pres">
      <dgm:prSet presAssocID="{B5457D10-72F0-4B9D-8C95-49DE9FDF5C70}" presName="iconSpace" presStyleCnt="0"/>
      <dgm:spPr/>
    </dgm:pt>
    <dgm:pt modelId="{692FBD50-A066-41D2-A069-635232737AFF}" type="pres">
      <dgm:prSet presAssocID="{B5457D10-72F0-4B9D-8C95-49DE9FDF5C70}" presName="parTx" presStyleLbl="revTx" presStyleIdx="0" presStyleCnt="8">
        <dgm:presLayoutVars>
          <dgm:chMax val="0"/>
          <dgm:chPref val="0"/>
        </dgm:presLayoutVars>
      </dgm:prSet>
      <dgm:spPr/>
    </dgm:pt>
    <dgm:pt modelId="{93529FD5-0FCA-4614-B962-02FAB9F09950}" type="pres">
      <dgm:prSet presAssocID="{B5457D10-72F0-4B9D-8C95-49DE9FDF5C70}" presName="txSpace" presStyleCnt="0"/>
      <dgm:spPr/>
    </dgm:pt>
    <dgm:pt modelId="{20DCEEAD-C333-4DE7-A4E1-DECB82AB15CC}" type="pres">
      <dgm:prSet presAssocID="{B5457D10-72F0-4B9D-8C95-49DE9FDF5C70}" presName="desTx" presStyleLbl="revTx" presStyleIdx="1" presStyleCnt="8">
        <dgm:presLayoutVars/>
      </dgm:prSet>
      <dgm:spPr/>
    </dgm:pt>
    <dgm:pt modelId="{07DB3973-6370-47B1-A353-F78F3A6551C2}" type="pres">
      <dgm:prSet presAssocID="{4A226242-AB84-4446-859B-48762265434E}" presName="sibTrans" presStyleCnt="0"/>
      <dgm:spPr/>
    </dgm:pt>
    <dgm:pt modelId="{4D1AE818-DB9B-4B04-9952-B16EE2F52EDD}" type="pres">
      <dgm:prSet presAssocID="{8ECC6933-7EED-4C7C-B16D-E1BD0A890A12}" presName="compNode" presStyleCnt="0"/>
      <dgm:spPr/>
    </dgm:pt>
    <dgm:pt modelId="{6D0AF436-00C4-49E1-A685-7C53B8EBF503}" type="pres">
      <dgm:prSet presAssocID="{8ECC6933-7EED-4C7C-B16D-E1BD0A890A1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97CB95D5-9634-4E9E-AAA1-CB2F1A700A6F}" type="pres">
      <dgm:prSet presAssocID="{8ECC6933-7EED-4C7C-B16D-E1BD0A890A12}" presName="iconSpace" presStyleCnt="0"/>
      <dgm:spPr/>
    </dgm:pt>
    <dgm:pt modelId="{83A9AC54-383C-41DD-B909-BCE5B3B222EE}" type="pres">
      <dgm:prSet presAssocID="{8ECC6933-7EED-4C7C-B16D-E1BD0A890A12}" presName="parTx" presStyleLbl="revTx" presStyleIdx="2" presStyleCnt="8">
        <dgm:presLayoutVars>
          <dgm:chMax val="0"/>
          <dgm:chPref val="0"/>
        </dgm:presLayoutVars>
      </dgm:prSet>
      <dgm:spPr/>
    </dgm:pt>
    <dgm:pt modelId="{4DD51CD6-AAC6-4681-8979-25F539BDFB6C}" type="pres">
      <dgm:prSet presAssocID="{8ECC6933-7EED-4C7C-B16D-E1BD0A890A12}" presName="txSpace" presStyleCnt="0"/>
      <dgm:spPr/>
    </dgm:pt>
    <dgm:pt modelId="{FDAC6B40-C573-4AB2-9885-C00BAE7CA9A8}" type="pres">
      <dgm:prSet presAssocID="{8ECC6933-7EED-4C7C-B16D-E1BD0A890A12}" presName="desTx" presStyleLbl="revTx" presStyleIdx="3" presStyleCnt="8">
        <dgm:presLayoutVars/>
      </dgm:prSet>
      <dgm:spPr/>
    </dgm:pt>
    <dgm:pt modelId="{2D731F70-F631-4913-A8A1-7687AD9040FC}" type="pres">
      <dgm:prSet presAssocID="{4470C818-73E6-45BA-BE56-2ECE8BC694BA}" presName="sibTrans" presStyleCnt="0"/>
      <dgm:spPr/>
    </dgm:pt>
    <dgm:pt modelId="{3C875459-5260-42D2-9C56-778EEB63F16A}" type="pres">
      <dgm:prSet presAssocID="{9A95EB2E-04CC-4E92-90AE-E6FC17380A54}" presName="compNode" presStyleCnt="0"/>
      <dgm:spPr/>
    </dgm:pt>
    <dgm:pt modelId="{AF4EC0AF-ABE1-497B-9608-659219CD9011}" type="pres">
      <dgm:prSet presAssocID="{9A95EB2E-04CC-4E92-90AE-E6FC17380A5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032FB66-3B06-4A88-A699-BC66F3984630}" type="pres">
      <dgm:prSet presAssocID="{9A95EB2E-04CC-4E92-90AE-E6FC17380A54}" presName="iconSpace" presStyleCnt="0"/>
      <dgm:spPr/>
    </dgm:pt>
    <dgm:pt modelId="{882ACDD0-7D6B-4CF7-A4F0-F7EEDF3FE418}" type="pres">
      <dgm:prSet presAssocID="{9A95EB2E-04CC-4E92-90AE-E6FC17380A54}" presName="parTx" presStyleLbl="revTx" presStyleIdx="4" presStyleCnt="8">
        <dgm:presLayoutVars>
          <dgm:chMax val="0"/>
          <dgm:chPref val="0"/>
        </dgm:presLayoutVars>
      </dgm:prSet>
      <dgm:spPr/>
    </dgm:pt>
    <dgm:pt modelId="{0AA2AD2D-C899-4E59-8285-75131F6177D0}" type="pres">
      <dgm:prSet presAssocID="{9A95EB2E-04CC-4E92-90AE-E6FC17380A54}" presName="txSpace" presStyleCnt="0"/>
      <dgm:spPr/>
    </dgm:pt>
    <dgm:pt modelId="{1E42751E-9AA4-4871-BED4-98311E0AB36E}" type="pres">
      <dgm:prSet presAssocID="{9A95EB2E-04CC-4E92-90AE-E6FC17380A54}" presName="desTx" presStyleLbl="revTx" presStyleIdx="5" presStyleCnt="8">
        <dgm:presLayoutVars/>
      </dgm:prSet>
      <dgm:spPr/>
    </dgm:pt>
    <dgm:pt modelId="{71B1CDFC-43F5-4313-AF96-CB3CFBE0282F}" type="pres">
      <dgm:prSet presAssocID="{329AD097-6284-4104-B6AE-412259B1EBBC}" presName="sibTrans" presStyleCnt="0"/>
      <dgm:spPr/>
    </dgm:pt>
    <dgm:pt modelId="{614CFF68-19E9-4028-B46B-FAC3130078CD}" type="pres">
      <dgm:prSet presAssocID="{44D2447F-9EF5-4D54-B8AB-86D2948A968E}" presName="compNode" presStyleCnt="0"/>
      <dgm:spPr/>
    </dgm:pt>
    <dgm:pt modelId="{F281B604-E40F-4A54-8B10-99765073A4B7}" type="pres">
      <dgm:prSet presAssocID="{44D2447F-9EF5-4D54-B8AB-86D2948A968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D21FF068-F39B-455B-BC2D-882B3AA33119}" type="pres">
      <dgm:prSet presAssocID="{44D2447F-9EF5-4D54-B8AB-86D2948A968E}" presName="iconSpace" presStyleCnt="0"/>
      <dgm:spPr/>
    </dgm:pt>
    <dgm:pt modelId="{4D19D1CE-C112-4FD7-B2B0-73987C6B330A}" type="pres">
      <dgm:prSet presAssocID="{44D2447F-9EF5-4D54-B8AB-86D2948A968E}" presName="parTx" presStyleLbl="revTx" presStyleIdx="6" presStyleCnt="8">
        <dgm:presLayoutVars>
          <dgm:chMax val="0"/>
          <dgm:chPref val="0"/>
        </dgm:presLayoutVars>
      </dgm:prSet>
      <dgm:spPr/>
    </dgm:pt>
    <dgm:pt modelId="{59759739-613D-4DCC-A6CE-1EFCBB821C29}" type="pres">
      <dgm:prSet presAssocID="{44D2447F-9EF5-4D54-B8AB-86D2948A968E}" presName="txSpace" presStyleCnt="0"/>
      <dgm:spPr/>
    </dgm:pt>
    <dgm:pt modelId="{64977BF0-9E02-4FD4-B584-1564739EDE2D}" type="pres">
      <dgm:prSet presAssocID="{44D2447F-9EF5-4D54-B8AB-86D2948A968E}" presName="desTx" presStyleLbl="revTx" presStyleIdx="7" presStyleCnt="8">
        <dgm:presLayoutVars/>
      </dgm:prSet>
      <dgm:spPr/>
    </dgm:pt>
  </dgm:ptLst>
  <dgm:cxnLst>
    <dgm:cxn modelId="{28F93511-168F-4A7E-9847-9F96E398EE7B}" srcId="{4FFE7AA4-28A6-4B80-AF81-70255B3BCE81}" destId="{B5457D10-72F0-4B9D-8C95-49DE9FDF5C70}" srcOrd="0" destOrd="0" parTransId="{08A188C4-A777-47FE-A8F2-60FAD316CAA2}" sibTransId="{4A226242-AB84-4446-859B-48762265434E}"/>
    <dgm:cxn modelId="{32308014-D8ED-4E79-9E19-269D63FBC7B6}" type="presOf" srcId="{2D1339A4-62A3-4BE6-96C5-CC80D91A0A51}" destId="{1E42751E-9AA4-4871-BED4-98311E0AB36E}" srcOrd="0" destOrd="2" presId="urn:microsoft.com/office/officeart/2018/5/layout/CenteredIconLabelDescriptionList"/>
    <dgm:cxn modelId="{B5BCAA16-DBBA-405D-A1CB-4115384CB7B4}" type="presOf" srcId="{53105444-026D-4F51-99A0-966F8D7FCE7E}" destId="{1E42751E-9AA4-4871-BED4-98311E0AB36E}" srcOrd="0" destOrd="0" presId="urn:microsoft.com/office/officeart/2018/5/layout/CenteredIconLabelDescriptionList"/>
    <dgm:cxn modelId="{1D8FB919-F861-4764-82B4-3C2485F84DBE}" type="presOf" srcId="{44D2447F-9EF5-4D54-B8AB-86D2948A968E}" destId="{4D19D1CE-C112-4FD7-B2B0-73987C6B330A}" srcOrd="0" destOrd="0" presId="urn:microsoft.com/office/officeart/2018/5/layout/CenteredIconLabelDescriptionList"/>
    <dgm:cxn modelId="{E6259520-1B5F-4DAF-AF1D-6785DFA23795}" srcId="{4FFE7AA4-28A6-4B80-AF81-70255B3BCE81}" destId="{9A95EB2E-04CC-4E92-90AE-E6FC17380A54}" srcOrd="2" destOrd="0" parTransId="{9D175556-DA32-4ABD-AADA-1A475AD930B7}" sibTransId="{329AD097-6284-4104-B6AE-412259B1EBBC}"/>
    <dgm:cxn modelId="{7B30CD29-4BD5-4BE6-A488-B119BBC708DB}" type="presOf" srcId="{670471F2-4D92-4DA6-A821-2E1A6B3E9925}" destId="{64977BF0-9E02-4FD4-B584-1564739EDE2D}" srcOrd="0" destOrd="1" presId="urn:microsoft.com/office/officeart/2018/5/layout/CenteredIconLabelDescriptionList"/>
    <dgm:cxn modelId="{53CE432D-BC7C-4EF2-ABA5-78C7A0E5522A}" srcId="{9A95EB2E-04CC-4E92-90AE-E6FC17380A54}" destId="{2D1339A4-62A3-4BE6-96C5-CC80D91A0A51}" srcOrd="2" destOrd="0" parTransId="{B6EA3A33-E8D5-49E8-83D2-20DA60DB9378}" sibTransId="{E5004D49-4C0B-4848-A262-D4CC41FE5D49}"/>
    <dgm:cxn modelId="{FF5AD133-6579-4707-9FE8-42D7D0B17476}" type="presOf" srcId="{B5457D10-72F0-4B9D-8C95-49DE9FDF5C70}" destId="{692FBD50-A066-41D2-A069-635232737AFF}" srcOrd="0" destOrd="0" presId="urn:microsoft.com/office/officeart/2018/5/layout/CenteredIconLabelDescriptionList"/>
    <dgm:cxn modelId="{01C5EE4C-2F69-473F-AD89-8EF1E7A18320}" type="presOf" srcId="{4FFE7AA4-28A6-4B80-AF81-70255B3BCE81}" destId="{54FB096F-C781-4B12-9394-A8DB04BC3D8C}" srcOrd="0" destOrd="0" presId="urn:microsoft.com/office/officeart/2018/5/layout/CenteredIconLabelDescriptionList"/>
    <dgm:cxn modelId="{FBBEEA52-D865-4FA9-99B4-E5C08313D64F}" type="presOf" srcId="{8EC4B241-3F5C-42A5-8D02-6C76BDA9BF00}" destId="{64977BF0-9E02-4FD4-B584-1564739EDE2D}" srcOrd="0" destOrd="0" presId="urn:microsoft.com/office/officeart/2018/5/layout/CenteredIconLabelDescriptionList"/>
    <dgm:cxn modelId="{B25FD954-BA5E-4537-815D-C3BCD6269EBC}" type="presOf" srcId="{022AD2AC-B3B8-4AB1-B2B1-E0EC7AEA83F1}" destId="{1E42751E-9AA4-4871-BED4-98311E0AB36E}" srcOrd="0" destOrd="1" presId="urn:microsoft.com/office/officeart/2018/5/layout/CenteredIconLabelDescriptionList"/>
    <dgm:cxn modelId="{28EEFF56-7DFE-48DC-AE78-66597FD6A681}" srcId="{9A95EB2E-04CC-4E92-90AE-E6FC17380A54}" destId="{022AD2AC-B3B8-4AB1-B2B1-E0EC7AEA83F1}" srcOrd="1" destOrd="0" parTransId="{6D72B2D1-B833-4CA1-96B0-7917CFD38D64}" sibTransId="{C9A862B9-A4B4-4BFE-8039-186E392DBB7F}"/>
    <dgm:cxn modelId="{B3E1E26B-82DB-427E-8942-E8970E195B7E}" type="presOf" srcId="{8ECC6933-7EED-4C7C-B16D-E1BD0A890A12}" destId="{83A9AC54-383C-41DD-B909-BCE5B3B222EE}" srcOrd="0" destOrd="0" presId="urn:microsoft.com/office/officeart/2018/5/layout/CenteredIconLabelDescriptionList"/>
    <dgm:cxn modelId="{C802836D-EE5D-4DE5-885B-E15BB86AFCAA}" srcId="{4FFE7AA4-28A6-4B80-AF81-70255B3BCE81}" destId="{8ECC6933-7EED-4C7C-B16D-E1BD0A890A12}" srcOrd="1" destOrd="0" parTransId="{EEF9B3D6-6774-4282-A16A-F3153F3C4E43}" sibTransId="{4470C818-73E6-45BA-BE56-2ECE8BC694BA}"/>
    <dgm:cxn modelId="{1A7C176F-0AE9-4F3A-81D7-34F6103CC993}" srcId="{4FFE7AA4-28A6-4B80-AF81-70255B3BCE81}" destId="{44D2447F-9EF5-4D54-B8AB-86D2948A968E}" srcOrd="3" destOrd="0" parTransId="{DCD1A5FE-E4F1-40B1-B616-01A005ED3544}" sibTransId="{81F259F3-6973-4697-80AA-90D68231E052}"/>
    <dgm:cxn modelId="{3247D37D-6263-4489-A6E0-A7070C966F71}" srcId="{44D2447F-9EF5-4D54-B8AB-86D2948A968E}" destId="{8EC4B241-3F5C-42A5-8D02-6C76BDA9BF00}" srcOrd="0" destOrd="0" parTransId="{70846E69-22F5-4519-863D-B846EFA4B253}" sibTransId="{22750A1E-8409-4A24-95A4-D7149915467D}"/>
    <dgm:cxn modelId="{3F5834BB-2786-4E52-900D-C53D8C049C16}" srcId="{9A95EB2E-04CC-4E92-90AE-E6FC17380A54}" destId="{53105444-026D-4F51-99A0-966F8D7FCE7E}" srcOrd="0" destOrd="0" parTransId="{B1A0E7E1-9479-46CA-B8E3-2258B4FBBF56}" sibTransId="{55502186-1335-4B02-B618-A5E1D29A672F}"/>
    <dgm:cxn modelId="{FE3E20D6-E2B8-47AA-B7FA-CBAB0CB3F710}" type="presOf" srcId="{9A95EB2E-04CC-4E92-90AE-E6FC17380A54}" destId="{882ACDD0-7D6B-4CF7-A4F0-F7EEDF3FE418}" srcOrd="0" destOrd="0" presId="urn:microsoft.com/office/officeart/2018/5/layout/CenteredIconLabelDescriptionList"/>
    <dgm:cxn modelId="{183529D6-FF45-4323-AAB1-1518D6B9573D}" srcId="{44D2447F-9EF5-4D54-B8AB-86D2948A968E}" destId="{670471F2-4D92-4DA6-A821-2E1A6B3E9925}" srcOrd="1" destOrd="0" parTransId="{6C763791-919D-4265-AFA6-5AA44D31978C}" sibTransId="{179374B0-DDBE-4160-A8D7-1B12A8FEB3B8}"/>
    <dgm:cxn modelId="{36FCC0A0-87F9-48DD-A28A-1DE72A3F4CB0}" type="presParOf" srcId="{54FB096F-C781-4B12-9394-A8DB04BC3D8C}" destId="{64A0B3BE-0783-48E8-B207-AD920B7604AC}" srcOrd="0" destOrd="0" presId="urn:microsoft.com/office/officeart/2018/5/layout/CenteredIconLabelDescriptionList"/>
    <dgm:cxn modelId="{4B0A0E94-6483-43F6-A367-8E471F3DA039}" type="presParOf" srcId="{64A0B3BE-0783-48E8-B207-AD920B7604AC}" destId="{4886B50B-8D7A-4064-8E69-577EDE57E8A0}" srcOrd="0" destOrd="0" presId="urn:microsoft.com/office/officeart/2018/5/layout/CenteredIconLabelDescriptionList"/>
    <dgm:cxn modelId="{A1DD48DB-55CB-48F1-8174-ABB247CA1A51}" type="presParOf" srcId="{64A0B3BE-0783-48E8-B207-AD920B7604AC}" destId="{FBB65C31-5D0B-4989-989F-771A55081CB2}" srcOrd="1" destOrd="0" presId="urn:microsoft.com/office/officeart/2018/5/layout/CenteredIconLabelDescriptionList"/>
    <dgm:cxn modelId="{4BB1FA98-D3EF-4B86-8938-708854A54820}" type="presParOf" srcId="{64A0B3BE-0783-48E8-B207-AD920B7604AC}" destId="{692FBD50-A066-41D2-A069-635232737AFF}" srcOrd="2" destOrd="0" presId="urn:microsoft.com/office/officeart/2018/5/layout/CenteredIconLabelDescriptionList"/>
    <dgm:cxn modelId="{0F4F42A2-D8FA-46D6-A466-DCEE18779A2D}" type="presParOf" srcId="{64A0B3BE-0783-48E8-B207-AD920B7604AC}" destId="{93529FD5-0FCA-4614-B962-02FAB9F09950}" srcOrd="3" destOrd="0" presId="urn:microsoft.com/office/officeart/2018/5/layout/CenteredIconLabelDescriptionList"/>
    <dgm:cxn modelId="{0B0614B5-A564-4CE4-A7C9-B741EF3ACD1B}" type="presParOf" srcId="{64A0B3BE-0783-48E8-B207-AD920B7604AC}" destId="{20DCEEAD-C333-4DE7-A4E1-DECB82AB15CC}" srcOrd="4" destOrd="0" presId="urn:microsoft.com/office/officeart/2018/5/layout/CenteredIconLabelDescriptionList"/>
    <dgm:cxn modelId="{DA66B736-08EE-48EC-A8EB-DD50CCEA23BB}" type="presParOf" srcId="{54FB096F-C781-4B12-9394-A8DB04BC3D8C}" destId="{07DB3973-6370-47B1-A353-F78F3A6551C2}" srcOrd="1" destOrd="0" presId="urn:microsoft.com/office/officeart/2018/5/layout/CenteredIconLabelDescriptionList"/>
    <dgm:cxn modelId="{7D455783-8AE7-465C-AC2A-A3FBC74C66F5}" type="presParOf" srcId="{54FB096F-C781-4B12-9394-A8DB04BC3D8C}" destId="{4D1AE818-DB9B-4B04-9952-B16EE2F52EDD}" srcOrd="2" destOrd="0" presId="urn:microsoft.com/office/officeart/2018/5/layout/CenteredIconLabelDescriptionList"/>
    <dgm:cxn modelId="{04338558-AE8C-41E7-968A-CAEA8950B876}" type="presParOf" srcId="{4D1AE818-DB9B-4B04-9952-B16EE2F52EDD}" destId="{6D0AF436-00C4-49E1-A685-7C53B8EBF503}" srcOrd="0" destOrd="0" presId="urn:microsoft.com/office/officeart/2018/5/layout/CenteredIconLabelDescriptionList"/>
    <dgm:cxn modelId="{35FA0DA6-EFDD-4BA4-8791-8BEC563A99CF}" type="presParOf" srcId="{4D1AE818-DB9B-4B04-9952-B16EE2F52EDD}" destId="{97CB95D5-9634-4E9E-AAA1-CB2F1A700A6F}" srcOrd="1" destOrd="0" presId="urn:microsoft.com/office/officeart/2018/5/layout/CenteredIconLabelDescriptionList"/>
    <dgm:cxn modelId="{0B1E89E5-B8A6-403F-8650-2B7F914F4894}" type="presParOf" srcId="{4D1AE818-DB9B-4B04-9952-B16EE2F52EDD}" destId="{83A9AC54-383C-41DD-B909-BCE5B3B222EE}" srcOrd="2" destOrd="0" presId="urn:microsoft.com/office/officeart/2018/5/layout/CenteredIconLabelDescriptionList"/>
    <dgm:cxn modelId="{1B07EFC6-ABED-450B-9E6F-501E1F9559CD}" type="presParOf" srcId="{4D1AE818-DB9B-4B04-9952-B16EE2F52EDD}" destId="{4DD51CD6-AAC6-4681-8979-25F539BDFB6C}" srcOrd="3" destOrd="0" presId="urn:microsoft.com/office/officeart/2018/5/layout/CenteredIconLabelDescriptionList"/>
    <dgm:cxn modelId="{2499F176-E897-47AA-B284-4D560A0522A3}" type="presParOf" srcId="{4D1AE818-DB9B-4B04-9952-B16EE2F52EDD}" destId="{FDAC6B40-C573-4AB2-9885-C00BAE7CA9A8}" srcOrd="4" destOrd="0" presId="urn:microsoft.com/office/officeart/2018/5/layout/CenteredIconLabelDescriptionList"/>
    <dgm:cxn modelId="{AF6B492A-BF08-416C-A44C-C2FD96694FBD}" type="presParOf" srcId="{54FB096F-C781-4B12-9394-A8DB04BC3D8C}" destId="{2D731F70-F631-4913-A8A1-7687AD9040FC}" srcOrd="3" destOrd="0" presId="urn:microsoft.com/office/officeart/2018/5/layout/CenteredIconLabelDescriptionList"/>
    <dgm:cxn modelId="{6FA4C0BA-B17B-4CEE-B6E8-9542A50682D7}" type="presParOf" srcId="{54FB096F-C781-4B12-9394-A8DB04BC3D8C}" destId="{3C875459-5260-42D2-9C56-778EEB63F16A}" srcOrd="4" destOrd="0" presId="urn:microsoft.com/office/officeart/2018/5/layout/CenteredIconLabelDescriptionList"/>
    <dgm:cxn modelId="{50A5B3E7-EF7F-4C70-90E0-24945BF86746}" type="presParOf" srcId="{3C875459-5260-42D2-9C56-778EEB63F16A}" destId="{AF4EC0AF-ABE1-497B-9608-659219CD9011}" srcOrd="0" destOrd="0" presId="urn:microsoft.com/office/officeart/2018/5/layout/CenteredIconLabelDescriptionList"/>
    <dgm:cxn modelId="{EDD144A9-9DF9-4C4C-A2FB-1D452205F7C5}" type="presParOf" srcId="{3C875459-5260-42D2-9C56-778EEB63F16A}" destId="{F032FB66-3B06-4A88-A699-BC66F3984630}" srcOrd="1" destOrd="0" presId="urn:microsoft.com/office/officeart/2018/5/layout/CenteredIconLabelDescriptionList"/>
    <dgm:cxn modelId="{209DE735-0A98-4685-9640-8DB240FC4220}" type="presParOf" srcId="{3C875459-5260-42D2-9C56-778EEB63F16A}" destId="{882ACDD0-7D6B-4CF7-A4F0-F7EEDF3FE418}" srcOrd="2" destOrd="0" presId="urn:microsoft.com/office/officeart/2018/5/layout/CenteredIconLabelDescriptionList"/>
    <dgm:cxn modelId="{A00A9276-CF67-4FEC-9C82-9195A7CEBC3A}" type="presParOf" srcId="{3C875459-5260-42D2-9C56-778EEB63F16A}" destId="{0AA2AD2D-C899-4E59-8285-75131F6177D0}" srcOrd="3" destOrd="0" presId="urn:microsoft.com/office/officeart/2018/5/layout/CenteredIconLabelDescriptionList"/>
    <dgm:cxn modelId="{467D750E-52FF-494D-A1CC-9E66901D002F}" type="presParOf" srcId="{3C875459-5260-42D2-9C56-778EEB63F16A}" destId="{1E42751E-9AA4-4871-BED4-98311E0AB36E}" srcOrd="4" destOrd="0" presId="urn:microsoft.com/office/officeart/2018/5/layout/CenteredIconLabelDescriptionList"/>
    <dgm:cxn modelId="{0B965719-63D0-4589-A868-A0C34F61421C}" type="presParOf" srcId="{54FB096F-C781-4B12-9394-A8DB04BC3D8C}" destId="{71B1CDFC-43F5-4313-AF96-CB3CFBE0282F}" srcOrd="5" destOrd="0" presId="urn:microsoft.com/office/officeart/2018/5/layout/CenteredIconLabelDescriptionList"/>
    <dgm:cxn modelId="{D9724BBD-AE3F-4BE4-B97B-376AF73A2516}" type="presParOf" srcId="{54FB096F-C781-4B12-9394-A8DB04BC3D8C}" destId="{614CFF68-19E9-4028-B46B-FAC3130078CD}" srcOrd="6" destOrd="0" presId="urn:microsoft.com/office/officeart/2018/5/layout/CenteredIconLabelDescriptionList"/>
    <dgm:cxn modelId="{15918E3F-1BE4-466F-90E4-8731C51DA550}" type="presParOf" srcId="{614CFF68-19E9-4028-B46B-FAC3130078CD}" destId="{F281B604-E40F-4A54-8B10-99765073A4B7}" srcOrd="0" destOrd="0" presId="urn:microsoft.com/office/officeart/2018/5/layout/CenteredIconLabelDescriptionList"/>
    <dgm:cxn modelId="{3D629586-7164-4545-9B2A-BBF8A3F34B2D}" type="presParOf" srcId="{614CFF68-19E9-4028-B46B-FAC3130078CD}" destId="{D21FF068-F39B-455B-BC2D-882B3AA33119}" srcOrd="1" destOrd="0" presId="urn:microsoft.com/office/officeart/2018/5/layout/CenteredIconLabelDescriptionList"/>
    <dgm:cxn modelId="{0F0EAB5B-E5E7-4CDA-B744-33B9F76A802F}" type="presParOf" srcId="{614CFF68-19E9-4028-B46B-FAC3130078CD}" destId="{4D19D1CE-C112-4FD7-B2B0-73987C6B330A}" srcOrd="2" destOrd="0" presId="urn:microsoft.com/office/officeart/2018/5/layout/CenteredIconLabelDescriptionList"/>
    <dgm:cxn modelId="{9A972101-88F4-4FEB-BF33-A9C8B2BA7AEF}" type="presParOf" srcId="{614CFF68-19E9-4028-B46B-FAC3130078CD}" destId="{59759739-613D-4DCC-A6CE-1EFCBB821C29}" srcOrd="3" destOrd="0" presId="urn:microsoft.com/office/officeart/2018/5/layout/CenteredIconLabelDescriptionList"/>
    <dgm:cxn modelId="{45264FEF-A99F-489A-BB0B-A3FC36D25949}" type="presParOf" srcId="{614CFF68-19E9-4028-B46B-FAC3130078CD}" destId="{64977BF0-9E02-4FD4-B584-1564739EDE2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A0443-A2DF-0B4F-961D-15D421AA6DCA}">
      <dsp:nvSpPr>
        <dsp:cNvPr id="0" name=""/>
        <dsp:cNvSpPr/>
      </dsp:nvSpPr>
      <dsp:spPr>
        <a:xfrm>
          <a:off x="0" y="53573"/>
          <a:ext cx="6391275" cy="671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/>
            <a:t>Why XNU Matters:</a:t>
          </a:r>
          <a:endParaRPr lang="en-US" sz="2800" kern="1200"/>
        </a:p>
      </dsp:txBody>
      <dsp:txXfrm>
        <a:off x="32784" y="86357"/>
        <a:ext cx="6325707" cy="606012"/>
      </dsp:txXfrm>
    </dsp:sp>
    <dsp:sp modelId="{C9610BED-2D04-6D4D-8CD6-A525E02B6C52}">
      <dsp:nvSpPr>
        <dsp:cNvPr id="0" name=""/>
        <dsp:cNvSpPr/>
      </dsp:nvSpPr>
      <dsp:spPr>
        <a:xfrm>
          <a:off x="0" y="725153"/>
          <a:ext cx="6391275" cy="2086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Powers over 2 billion active devices (iPhone, iPad, Mac).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High-value target for state-sponsored actors and cybercriminals.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Unique hybrid design: Mach microkernel + BSD monolithic elements.</a:t>
          </a:r>
          <a:endParaRPr lang="en-US" sz="2200" kern="1200"/>
        </a:p>
      </dsp:txBody>
      <dsp:txXfrm>
        <a:off x="0" y="725153"/>
        <a:ext cx="6391275" cy="2086560"/>
      </dsp:txXfrm>
    </dsp:sp>
    <dsp:sp modelId="{822A3B8C-B26C-AE47-9F7F-C8137C74755D}">
      <dsp:nvSpPr>
        <dsp:cNvPr id="0" name=""/>
        <dsp:cNvSpPr/>
      </dsp:nvSpPr>
      <dsp:spPr>
        <a:xfrm>
          <a:off x="0" y="2811713"/>
          <a:ext cx="6391275" cy="67158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/>
            <a:t>Scope of Analysis:</a:t>
          </a:r>
          <a:endParaRPr lang="en-US" sz="2800" kern="1200"/>
        </a:p>
      </dsp:txBody>
      <dsp:txXfrm>
        <a:off x="32784" y="2844497"/>
        <a:ext cx="6325707" cy="606012"/>
      </dsp:txXfrm>
    </dsp:sp>
    <dsp:sp modelId="{C09A550E-48A2-CE4D-980F-704F49297F49}">
      <dsp:nvSpPr>
        <dsp:cNvPr id="0" name=""/>
        <dsp:cNvSpPr/>
      </dsp:nvSpPr>
      <dsp:spPr>
        <a:xfrm>
          <a:off x="0" y="3483293"/>
          <a:ext cx="6391275" cy="1709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Focus on </a:t>
          </a:r>
          <a:r>
            <a:rPr lang="en-GB" sz="2200" b="1" kern="1200"/>
            <a:t>iOS/iPadOS specific</a:t>
          </a:r>
          <a:r>
            <a:rPr lang="en-GB" sz="2200" kern="1200"/>
            <a:t> security extensions (not general macOS security).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Relationship to OS Security Course Concepts: Memory Protection, Mandatory Access Control, Sandboxing.</a:t>
          </a:r>
          <a:endParaRPr lang="en-US" sz="2200" kern="1200"/>
        </a:p>
      </dsp:txBody>
      <dsp:txXfrm>
        <a:off x="0" y="3483293"/>
        <a:ext cx="6391275" cy="17098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08E3E-11B2-BD46-9D24-7C0F197150C3}">
      <dsp:nvSpPr>
        <dsp:cNvPr id="0" name=""/>
        <dsp:cNvSpPr/>
      </dsp:nvSpPr>
      <dsp:spPr>
        <a:xfrm>
          <a:off x="0" y="3166653"/>
          <a:ext cx="6391275" cy="20776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Memory Protections:</a:t>
          </a:r>
          <a:endParaRPr lang="en-US" sz="2600" kern="1200"/>
        </a:p>
      </dsp:txBody>
      <dsp:txXfrm>
        <a:off x="0" y="3166653"/>
        <a:ext cx="6391275" cy="1121940"/>
      </dsp:txXfrm>
    </dsp:sp>
    <dsp:sp modelId="{07D98C77-59EB-EB45-BD52-6A8BE4A9F679}">
      <dsp:nvSpPr>
        <dsp:cNvPr id="0" name=""/>
        <dsp:cNvSpPr/>
      </dsp:nvSpPr>
      <dsp:spPr>
        <a:xfrm>
          <a:off x="3120" y="4247040"/>
          <a:ext cx="2128344" cy="95572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KASLR:</a:t>
          </a:r>
          <a:r>
            <a:rPr lang="en-GB" sz="1300" kern="1200"/>
            <a:t> Kernel Address Space Layout Randomization.</a:t>
          </a:r>
          <a:endParaRPr lang="en-US" sz="1300" kern="1200"/>
        </a:p>
      </dsp:txBody>
      <dsp:txXfrm>
        <a:off x="3120" y="4247040"/>
        <a:ext cx="2128344" cy="955727"/>
      </dsp:txXfrm>
    </dsp:sp>
    <dsp:sp modelId="{032F5B35-80B0-1748-AA10-50D1A5F75BB6}">
      <dsp:nvSpPr>
        <dsp:cNvPr id="0" name=""/>
        <dsp:cNvSpPr/>
      </dsp:nvSpPr>
      <dsp:spPr>
        <a:xfrm>
          <a:off x="2131465" y="4247040"/>
          <a:ext cx="2128344" cy="95572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Zone Allocator Hardening:</a:t>
          </a:r>
          <a:r>
            <a:rPr lang="en-GB" sz="1300" kern="1200"/>
            <a:t> Dedicated memory zones with separate freelists to prevent type confusion.</a:t>
          </a:r>
          <a:endParaRPr lang="en-US" sz="1300" kern="1200"/>
        </a:p>
      </dsp:txBody>
      <dsp:txXfrm>
        <a:off x="2131465" y="4247040"/>
        <a:ext cx="2128344" cy="955727"/>
      </dsp:txXfrm>
    </dsp:sp>
    <dsp:sp modelId="{88AA6AB9-02A2-734C-998B-1A89C7666D69}">
      <dsp:nvSpPr>
        <dsp:cNvPr id="0" name=""/>
        <dsp:cNvSpPr/>
      </dsp:nvSpPr>
      <dsp:spPr>
        <a:xfrm>
          <a:off x="4259809" y="4247040"/>
          <a:ext cx="2128344" cy="95572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PPL (Page Protection Layer):</a:t>
          </a:r>
          <a:r>
            <a:rPr lang="en-GB" sz="1300" kern="1200"/>
            <a:t> Hardware-enforced read-only page tables </a:t>
          </a:r>
          <a:r>
            <a:rPr lang="en-GB" sz="1300" i="1" kern="1200"/>
            <a:t>from within the kernel</a:t>
          </a:r>
          <a:r>
            <a:rPr lang="en-GB" sz="1300" kern="1200"/>
            <a:t>.</a:t>
          </a:r>
          <a:endParaRPr lang="en-US" sz="1300" kern="1200"/>
        </a:p>
      </dsp:txBody>
      <dsp:txXfrm>
        <a:off x="4259809" y="4247040"/>
        <a:ext cx="2128344" cy="955727"/>
      </dsp:txXfrm>
    </dsp:sp>
    <dsp:sp modelId="{B83911CB-24EB-A740-B2C3-26BCC3CAEF38}">
      <dsp:nvSpPr>
        <dsp:cNvPr id="0" name=""/>
        <dsp:cNvSpPr/>
      </dsp:nvSpPr>
      <dsp:spPr>
        <a:xfrm rot="10800000">
          <a:off x="0" y="2365"/>
          <a:ext cx="6391275" cy="3195452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Mandatory Access Control (MACF):</a:t>
          </a:r>
          <a:r>
            <a:rPr lang="en-GB" sz="2600" kern="1200"/>
            <a:t> The TrustedBSD Framework.</a:t>
          </a:r>
          <a:endParaRPr lang="en-US" sz="2600" kern="1200"/>
        </a:p>
      </dsp:txBody>
      <dsp:txXfrm rot="-10800000">
        <a:off x="0" y="2365"/>
        <a:ext cx="6391275" cy="1121603"/>
      </dsp:txXfrm>
    </dsp:sp>
    <dsp:sp modelId="{70A36B83-4401-7041-B3A3-88EA5D4BDA6C}">
      <dsp:nvSpPr>
        <dsp:cNvPr id="0" name=""/>
        <dsp:cNvSpPr/>
      </dsp:nvSpPr>
      <dsp:spPr>
        <a:xfrm>
          <a:off x="0" y="1123969"/>
          <a:ext cx="3195637" cy="95544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Sandboxing:</a:t>
          </a:r>
          <a:r>
            <a:rPr lang="en-GB" sz="1300" kern="1200"/>
            <a:t> Hooks syscalls to restrict file access, network access, and IPC per process.</a:t>
          </a:r>
          <a:endParaRPr lang="en-US" sz="1300" kern="1200"/>
        </a:p>
      </dsp:txBody>
      <dsp:txXfrm>
        <a:off x="0" y="1123969"/>
        <a:ext cx="3195637" cy="955440"/>
      </dsp:txXfrm>
    </dsp:sp>
    <dsp:sp modelId="{9EFC1BA4-C25A-9E4B-95D4-4B7BBE898B7B}">
      <dsp:nvSpPr>
        <dsp:cNvPr id="0" name=""/>
        <dsp:cNvSpPr/>
      </dsp:nvSpPr>
      <dsp:spPr>
        <a:xfrm>
          <a:off x="3195637" y="1123969"/>
          <a:ext cx="3195637" cy="95544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Platform Policy:</a:t>
          </a:r>
          <a:r>
            <a:rPr lang="en-GB" sz="1300" kern="1200"/>
            <a:t> Enforces code signing and entitlements.</a:t>
          </a:r>
          <a:endParaRPr lang="en-US" sz="1300" kern="1200"/>
        </a:p>
      </dsp:txBody>
      <dsp:txXfrm>
        <a:off x="3195637" y="1123969"/>
        <a:ext cx="3195637" cy="9554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9CD30-6597-BC4E-9431-AD2EE9B4D0F5}">
      <dsp:nvSpPr>
        <dsp:cNvPr id="0" name=""/>
        <dsp:cNvSpPr/>
      </dsp:nvSpPr>
      <dsp:spPr>
        <a:xfrm>
          <a:off x="0" y="0"/>
          <a:ext cx="7700306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Attack Surface Expansion:</a:t>
          </a:r>
          <a:r>
            <a:rPr lang="en-GB" sz="1300" kern="1200"/>
            <a:t> Increasing number of kernel extensions (dexts) for new hardware (e.g., Camera Buttons, AI Neural Engine).</a:t>
          </a:r>
          <a:endParaRPr lang="en-US" sz="1300" kern="1200"/>
        </a:p>
      </dsp:txBody>
      <dsp:txXfrm>
        <a:off x="22054" y="22054"/>
        <a:ext cx="6824144" cy="708882"/>
      </dsp:txXfrm>
    </dsp:sp>
    <dsp:sp modelId="{27FD53AB-D8F9-0749-AC6F-8C0012964085}">
      <dsp:nvSpPr>
        <dsp:cNvPr id="0" name=""/>
        <dsp:cNvSpPr/>
      </dsp:nvSpPr>
      <dsp:spPr>
        <a:xfrm>
          <a:off x="644900" y="889897"/>
          <a:ext cx="7700306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I/O Kit Complexity:</a:t>
          </a:r>
          <a:r>
            <a:rPr lang="en-GB" sz="1300" kern="1200"/>
            <a:t> Written in C++; object-oriented code in the kernel leads to complex vtable overwrite vulnerabilities.</a:t>
          </a:r>
          <a:endParaRPr lang="en-US" sz="1300" kern="1200"/>
        </a:p>
      </dsp:txBody>
      <dsp:txXfrm>
        <a:off x="666954" y="911951"/>
        <a:ext cx="6521854" cy="708882"/>
      </dsp:txXfrm>
    </dsp:sp>
    <dsp:sp modelId="{B2C5FD70-E9E8-2E4E-991D-B2858D633C3D}">
      <dsp:nvSpPr>
        <dsp:cNvPr id="0" name=""/>
        <dsp:cNvSpPr/>
      </dsp:nvSpPr>
      <dsp:spPr>
        <a:xfrm>
          <a:off x="1280175" y="1779795"/>
          <a:ext cx="7700306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Mitigation Bypasses:</a:t>
          </a:r>
          <a:endParaRPr lang="en-US" sz="13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/>
            <a:t>PAC forgeries (Pointer Authentication brute-forcing on older hardware).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/>
            <a:t>KASLR leaks via uninitialized memory or side-channels in mach_msg.</a:t>
          </a:r>
          <a:endParaRPr lang="en-US" sz="1000" kern="1200"/>
        </a:p>
      </dsp:txBody>
      <dsp:txXfrm>
        <a:off x="1302229" y="1801849"/>
        <a:ext cx="6531479" cy="708882"/>
      </dsp:txXfrm>
    </dsp:sp>
    <dsp:sp modelId="{8547D175-B43F-384F-9A66-60190506CBB8}">
      <dsp:nvSpPr>
        <dsp:cNvPr id="0" name=""/>
        <dsp:cNvSpPr/>
      </dsp:nvSpPr>
      <dsp:spPr>
        <a:xfrm>
          <a:off x="1925076" y="2669692"/>
          <a:ext cx="7700306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The 'PPL Bypass' Issue:</a:t>
          </a:r>
          <a:r>
            <a:rPr lang="en-GB" sz="1300" kern="1200"/>
            <a:t> Escalating from Kernel -&gt; PPL -&gt; Secure Monitor remains a path pursued by advanced persistent threats.</a:t>
          </a:r>
          <a:endParaRPr lang="en-US" sz="1300" kern="1200"/>
        </a:p>
      </dsp:txBody>
      <dsp:txXfrm>
        <a:off x="1947130" y="2691746"/>
        <a:ext cx="6521854" cy="708882"/>
      </dsp:txXfrm>
    </dsp:sp>
    <dsp:sp modelId="{8927DAA6-204F-2D41-9773-3A96A7BAA773}">
      <dsp:nvSpPr>
        <dsp:cNvPr id="0" name=""/>
        <dsp:cNvSpPr/>
      </dsp:nvSpPr>
      <dsp:spPr>
        <a:xfrm>
          <a:off x="7210862" y="576722"/>
          <a:ext cx="489443" cy="4894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320987" y="576722"/>
        <a:ext cx="269193" cy="368306"/>
      </dsp:txXfrm>
    </dsp:sp>
    <dsp:sp modelId="{F013FFB8-E4D1-7643-B87E-C409DDE69B43}">
      <dsp:nvSpPr>
        <dsp:cNvPr id="0" name=""/>
        <dsp:cNvSpPr/>
      </dsp:nvSpPr>
      <dsp:spPr>
        <a:xfrm>
          <a:off x="7855763" y="1466619"/>
          <a:ext cx="489443" cy="48944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965888" y="1466619"/>
        <a:ext cx="269193" cy="368306"/>
      </dsp:txXfrm>
    </dsp:sp>
    <dsp:sp modelId="{A2537867-1895-7D4E-9E9E-A0BFD5E3B811}">
      <dsp:nvSpPr>
        <dsp:cNvPr id="0" name=""/>
        <dsp:cNvSpPr/>
      </dsp:nvSpPr>
      <dsp:spPr>
        <a:xfrm>
          <a:off x="8491038" y="2356517"/>
          <a:ext cx="489443" cy="489443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601163" y="2356517"/>
        <a:ext cx="269193" cy="3683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6B50B-8D7A-4064-8E69-577EDE57E8A0}">
      <dsp:nvSpPr>
        <dsp:cNvPr id="0" name=""/>
        <dsp:cNvSpPr/>
      </dsp:nvSpPr>
      <dsp:spPr>
        <a:xfrm>
          <a:off x="701124" y="39854"/>
          <a:ext cx="742734" cy="7427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FBD50-A066-41D2-A069-635232737AFF}">
      <dsp:nvSpPr>
        <dsp:cNvPr id="0" name=""/>
        <dsp:cNvSpPr/>
      </dsp:nvSpPr>
      <dsp:spPr>
        <a:xfrm>
          <a:off x="11442" y="926337"/>
          <a:ext cx="2122099" cy="784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 dirty="0"/>
            <a:t>The Attack (2021):</a:t>
          </a:r>
          <a:r>
            <a:rPr lang="en-GB" sz="1400" kern="1200" dirty="0"/>
            <a:t> Zero-click iMessage exploit targeting iOS 14.</a:t>
          </a:r>
          <a:endParaRPr lang="en-US" sz="1400" kern="1200" dirty="0"/>
        </a:p>
      </dsp:txBody>
      <dsp:txXfrm>
        <a:off x="11442" y="926337"/>
        <a:ext cx="2122099" cy="784885"/>
      </dsp:txXfrm>
    </dsp:sp>
    <dsp:sp modelId="{20DCEEAD-C333-4DE7-A4E1-DECB82AB15CC}">
      <dsp:nvSpPr>
        <dsp:cNvPr id="0" name=""/>
        <dsp:cNvSpPr/>
      </dsp:nvSpPr>
      <dsp:spPr>
        <a:xfrm>
          <a:off x="11442" y="1778082"/>
          <a:ext cx="2122099" cy="160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0AF436-00C4-49E1-A685-7C53B8EBF503}">
      <dsp:nvSpPr>
        <dsp:cNvPr id="0" name=""/>
        <dsp:cNvSpPr/>
      </dsp:nvSpPr>
      <dsp:spPr>
        <a:xfrm>
          <a:off x="3194590" y="39854"/>
          <a:ext cx="742734" cy="7427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9AC54-383C-41DD-B909-BCE5B3B222EE}">
      <dsp:nvSpPr>
        <dsp:cNvPr id="0" name=""/>
        <dsp:cNvSpPr/>
      </dsp:nvSpPr>
      <dsp:spPr>
        <a:xfrm>
          <a:off x="2504908" y="926337"/>
          <a:ext cx="2122099" cy="784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Vulnerability:</a:t>
          </a:r>
          <a:r>
            <a:rPr lang="en-GB" sz="1400" kern="1200"/>
            <a:t> CVE-2021-30860 (Integer overflow in CoreGraphics PDF parser).</a:t>
          </a:r>
          <a:endParaRPr lang="en-US" sz="1400" kern="1200"/>
        </a:p>
      </dsp:txBody>
      <dsp:txXfrm>
        <a:off x="2504908" y="926337"/>
        <a:ext cx="2122099" cy="784885"/>
      </dsp:txXfrm>
    </dsp:sp>
    <dsp:sp modelId="{FDAC6B40-C573-4AB2-9885-C00BAE7CA9A8}">
      <dsp:nvSpPr>
        <dsp:cNvPr id="0" name=""/>
        <dsp:cNvSpPr/>
      </dsp:nvSpPr>
      <dsp:spPr>
        <a:xfrm>
          <a:off x="2504908" y="1778082"/>
          <a:ext cx="2122099" cy="160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4EC0AF-ABE1-497B-9608-659219CD9011}">
      <dsp:nvSpPr>
        <dsp:cNvPr id="0" name=""/>
        <dsp:cNvSpPr/>
      </dsp:nvSpPr>
      <dsp:spPr>
        <a:xfrm>
          <a:off x="5688057" y="39854"/>
          <a:ext cx="742734" cy="7427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ACDD0-7D6B-4CF7-A4F0-F7EEDF3FE418}">
      <dsp:nvSpPr>
        <dsp:cNvPr id="0" name=""/>
        <dsp:cNvSpPr/>
      </dsp:nvSpPr>
      <dsp:spPr>
        <a:xfrm>
          <a:off x="4998375" y="926337"/>
          <a:ext cx="2122099" cy="784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Exploit Chain:</a:t>
          </a:r>
          <a:endParaRPr lang="en-US" sz="1400" kern="1200"/>
        </a:p>
      </dsp:txBody>
      <dsp:txXfrm>
        <a:off x="4998375" y="926337"/>
        <a:ext cx="2122099" cy="784885"/>
      </dsp:txXfrm>
    </dsp:sp>
    <dsp:sp modelId="{1E42751E-9AA4-4871-BED4-98311E0AB36E}">
      <dsp:nvSpPr>
        <dsp:cNvPr id="0" name=""/>
        <dsp:cNvSpPr/>
      </dsp:nvSpPr>
      <dsp:spPr>
        <a:xfrm>
          <a:off x="4998375" y="1778082"/>
          <a:ext cx="2122099" cy="160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JBIG2 Decoder Bug:</a:t>
          </a:r>
          <a:r>
            <a:rPr lang="en-GB" sz="1100" kern="1200"/>
            <a:t> Logical bug in sandboxed ImageIO.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Sandbox Escape:</a:t>
          </a:r>
          <a:r>
            <a:rPr lang="en-GB" sz="1100" kern="1200"/>
            <a:t> Exploit kernel syscall mach_vm_read_overwrite logic.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XNU Kernel Exploit:</a:t>
          </a:r>
          <a:r>
            <a:rPr lang="en-GB" sz="1100" kern="1200"/>
            <a:t> Target the Mach zone allocator to achieve arbitrary read/write.</a:t>
          </a:r>
          <a:endParaRPr lang="en-US" sz="1100" kern="1200"/>
        </a:p>
      </dsp:txBody>
      <dsp:txXfrm>
        <a:off x="4998375" y="1778082"/>
        <a:ext cx="2122099" cy="1604745"/>
      </dsp:txXfrm>
    </dsp:sp>
    <dsp:sp modelId="{F281B604-E40F-4A54-8B10-99765073A4B7}">
      <dsp:nvSpPr>
        <dsp:cNvPr id="0" name=""/>
        <dsp:cNvSpPr/>
      </dsp:nvSpPr>
      <dsp:spPr>
        <a:xfrm>
          <a:off x="8181523" y="39854"/>
          <a:ext cx="742734" cy="7427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9D1CE-C112-4FD7-B2B0-73987C6B330A}">
      <dsp:nvSpPr>
        <dsp:cNvPr id="0" name=""/>
        <dsp:cNvSpPr/>
      </dsp:nvSpPr>
      <dsp:spPr>
        <a:xfrm>
          <a:off x="7491841" y="926337"/>
          <a:ext cx="2122099" cy="784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400" b="1" kern="1200"/>
            <a:t>XNU Defense Failure Analysis:</a:t>
          </a:r>
          <a:endParaRPr lang="en-US" sz="1400" kern="1200"/>
        </a:p>
      </dsp:txBody>
      <dsp:txXfrm>
        <a:off x="7491841" y="926337"/>
        <a:ext cx="2122099" cy="784885"/>
      </dsp:txXfrm>
    </dsp:sp>
    <dsp:sp modelId="{64977BF0-9E02-4FD4-B584-1564739EDE2D}">
      <dsp:nvSpPr>
        <dsp:cNvPr id="0" name=""/>
        <dsp:cNvSpPr/>
      </dsp:nvSpPr>
      <dsp:spPr>
        <a:xfrm>
          <a:off x="7491841" y="1778082"/>
          <a:ext cx="2122099" cy="160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Why did Sandboxing fail?</a:t>
          </a:r>
          <a:r>
            <a:rPr lang="en-GB" sz="1100" kern="1200"/>
            <a:t> The exploit used a </a:t>
          </a:r>
          <a:r>
            <a:rPr lang="en-GB" sz="1100" i="1" kern="1200"/>
            <a:t>permissive</a:t>
          </a:r>
          <a:r>
            <a:rPr lang="en-GB" sz="1100" kern="1200"/>
            <a:t> syscall that was allowed by the sandbox profile of the process.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Why did PAC/KTRR fail?</a:t>
          </a:r>
          <a:r>
            <a:rPr lang="en-GB" sz="1100" kern="1200"/>
            <a:t> The exploit used data-only memory corruption (modifying a task struct's VM map), not code modification</a:t>
          </a:r>
          <a:endParaRPr lang="en-US" sz="1100" kern="1200"/>
        </a:p>
      </dsp:txBody>
      <dsp:txXfrm>
        <a:off x="7491841" y="1778082"/>
        <a:ext cx="2122099" cy="16047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90A281-E170-B945-93FF-EFB1FE3E8B76}" type="datetimeFigureOut">
              <a:rPr lang="en-BD" smtClean="0"/>
              <a:t>13/4/26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FD90C-93E1-6049-ABF0-1040AD0BF938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66942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FD90C-93E1-6049-ABF0-1040AD0BF938}" type="slidenum">
              <a:rPr lang="en-BD" smtClean="0"/>
              <a:t>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381230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FD90C-93E1-6049-ABF0-1040AD0BF938}" type="slidenum">
              <a:rPr lang="en-BD" smtClean="0"/>
              <a:t>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820840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dirty="0"/>
            </a:b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FD90C-93E1-6049-ABF0-1040AD0BF938}" type="slidenum">
              <a:rPr lang="en-BD" smtClean="0"/>
              <a:t>3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467841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FD90C-93E1-6049-ABF0-1040AD0BF938}" type="slidenum">
              <a:rPr lang="en-BD" smtClean="0"/>
              <a:t>4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40771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FD90C-93E1-6049-ABF0-1040AD0BF938}" type="slidenum">
              <a:rPr lang="en-BD" smtClean="0"/>
              <a:t>5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697231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FD90C-93E1-6049-ABF0-1040AD0BF938}" type="slidenum">
              <a:rPr lang="en-BD" smtClean="0"/>
              <a:t>6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236604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FD90C-93E1-6049-ABF0-1040AD0BF938}" type="slidenum">
              <a:rPr lang="en-BD" smtClean="0"/>
              <a:t>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38953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dirty="0"/>
            </a:b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FD90C-93E1-6049-ABF0-1040AD0BF938}" type="slidenum">
              <a:rPr lang="en-BD" smtClean="0"/>
              <a:t>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808844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FD90C-93E1-6049-ABF0-1040AD0BF938}" type="slidenum">
              <a:rPr lang="en-BD" smtClean="0"/>
              <a:t>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736278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FD90C-93E1-6049-ABF0-1040AD0BF938}" type="slidenum">
              <a:rPr lang="en-BD" smtClean="0"/>
              <a:t>10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570163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BD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BD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v9QFQy5Y8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apple.com/guide/security/welcome/web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D22D1B95-2B54-43E9-85D9-B489F6C5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8490951" y="4185117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BD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7D0F3F6D-A49D-4406-8D61-1C4F8D792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55612" y="4241801"/>
            <a:ext cx="11277600" cy="2337161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BD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953A318-DA8D-4405-9536-D889E45C5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B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7C5C0-EFE7-C455-F019-52541B3CF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143000"/>
            <a:ext cx="8825658" cy="3389217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BD" sz="5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security analysis of Apple’s XNU Kernel Architecture and its Defense Mechanisms in iOS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0B32E-8E10-B1AD-E830-F307C0C36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182" y="5048059"/>
            <a:ext cx="9860647" cy="1410614"/>
          </a:xfrm>
        </p:spPr>
        <p:txBody>
          <a:bodyPr>
            <a:normAutofit fontScale="77500" lnSpcReduction="20000"/>
          </a:bodyPr>
          <a:lstStyle/>
          <a:p>
            <a:pPr algn="ctr">
              <a:lnSpc>
                <a:spcPct val="90000"/>
              </a:lnSpc>
            </a:pPr>
            <a:r>
              <a:rPr lang="en-BD" sz="3000" cap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Faishal Youshuf </a:t>
            </a:r>
          </a:p>
          <a:p>
            <a:pPr algn="ctr">
              <a:lnSpc>
                <a:spcPct val="90000"/>
              </a:lnSpc>
            </a:pPr>
            <a:r>
              <a:rPr lang="en-BD" sz="3000" cap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Banner ID: 101044804</a:t>
            </a:r>
          </a:p>
          <a:p>
            <a:pPr algn="ctr">
              <a:lnSpc>
                <a:spcPct val="90000"/>
              </a:lnSpc>
            </a:pPr>
            <a:r>
              <a:rPr lang="en-BD" sz="3000" cap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Youtube Video Link : </a:t>
            </a:r>
            <a:r>
              <a:rPr lang="en-GB" sz="3000" cap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https://www.youtube.com/watch?v=Rv9QFQy5Y8E</a:t>
            </a:r>
            <a:r>
              <a:rPr lang="en-GB" sz="3000" cap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BD" sz="3000" cap="none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BD" sz="3000" cap="none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</a:pPr>
            <a:endParaRPr lang="en-BD" sz="2200" cap="none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13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254"/>
    </mc:Choice>
    <mc:Fallback xmlns="">
      <p:transition spd="slow" advTm="5725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BD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AA8187-E546-4228-CF08-89CC823D7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BD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Scope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956C67-F948-C666-91D2-D3FBB33FD0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272872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1105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463"/>
    </mc:Choice>
    <mc:Fallback xmlns="">
      <p:transition spd="slow" advTm="8046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BD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7FAF94-1ADC-ADEC-7FA0-E5C987C02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372" y="1209957"/>
            <a:ext cx="3034580" cy="4438087"/>
          </a:xfrm>
        </p:spPr>
        <p:txBody>
          <a:bodyPr anchor="ctr">
            <a:normAutofit/>
          </a:bodyPr>
          <a:lstStyle/>
          <a:p>
            <a:pPr algn="r"/>
            <a:r>
              <a:rPr lang="en-GB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XNU Architecture Overview (The Hybrid Core)</a:t>
            </a:r>
            <a:br>
              <a:rPr lang="en-GB" sz="3200" b="1">
                <a:solidFill>
                  <a:schemeClr val="tx1"/>
                </a:solidFill>
              </a:rPr>
            </a:br>
            <a:endParaRPr lang="en-BD" sz="320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02A98-7F1E-75A0-F6C1-5D8FCE42C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8424" y="1059025"/>
            <a:ext cx="5302189" cy="4739950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GB" sz="1400" b="1">
                <a:solidFill>
                  <a:schemeClr val="tx1"/>
                </a:solidFill>
              </a:rPr>
              <a:t>Mach Core:</a:t>
            </a:r>
            <a:endParaRPr lang="en-GB" sz="140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GB" sz="1400" b="1">
                <a:solidFill>
                  <a:schemeClr val="tx1"/>
                </a:solidFill>
              </a:rPr>
              <a:t>Tasks &amp; Threads:</a:t>
            </a:r>
            <a:r>
              <a:rPr lang="en-GB" sz="1400">
                <a:solidFill>
                  <a:schemeClr val="tx1"/>
                </a:solidFill>
              </a:rPr>
              <a:t> Abstraction of resources and execution.</a:t>
            </a:r>
          </a:p>
          <a:p>
            <a:pPr lvl="1">
              <a:lnSpc>
                <a:spcPct val="90000"/>
              </a:lnSpc>
            </a:pPr>
            <a:r>
              <a:rPr lang="en-GB" sz="1400" b="1">
                <a:solidFill>
                  <a:schemeClr val="tx1"/>
                </a:solidFill>
              </a:rPr>
              <a:t>Ports:</a:t>
            </a:r>
            <a:r>
              <a:rPr lang="en-GB" sz="1400">
                <a:solidFill>
                  <a:schemeClr val="tx1"/>
                </a:solidFill>
              </a:rPr>
              <a:t> Inter-Process Communication (IPC) mechanism. </a:t>
            </a:r>
            <a:r>
              <a:rPr lang="en-GB" sz="1400" i="1">
                <a:solidFill>
                  <a:schemeClr val="tx1"/>
                </a:solidFill>
              </a:rPr>
              <a:t>Security Implication: Critical attack vector.</a:t>
            </a:r>
            <a:endParaRPr lang="en-GB" sz="140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GB" sz="1400" b="1">
                <a:solidFill>
                  <a:schemeClr val="tx1"/>
                </a:solidFill>
              </a:rPr>
              <a:t>VM Management:</a:t>
            </a:r>
            <a:r>
              <a:rPr lang="en-GB" sz="1400">
                <a:solidFill>
                  <a:schemeClr val="tx1"/>
                </a:solidFill>
              </a:rPr>
              <a:t> Resides in kernel space.</a:t>
            </a:r>
          </a:p>
          <a:p>
            <a:pPr>
              <a:lnSpc>
                <a:spcPct val="90000"/>
              </a:lnSpc>
            </a:pPr>
            <a:r>
              <a:rPr lang="en-GB" sz="1400" b="1">
                <a:solidFill>
                  <a:schemeClr val="tx1"/>
                </a:solidFill>
              </a:rPr>
              <a:t>BSD Layer:</a:t>
            </a:r>
            <a:endParaRPr lang="en-GB" sz="140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GB" sz="1400" b="1">
                <a:solidFill>
                  <a:schemeClr val="tx1"/>
                </a:solidFill>
              </a:rPr>
              <a:t>POSIX Compliance:</a:t>
            </a:r>
            <a:r>
              <a:rPr lang="en-GB" sz="1400">
                <a:solidFill>
                  <a:schemeClr val="tx1"/>
                </a:solidFill>
              </a:rPr>
              <a:t> File system, networking stack, user permissions (UID/GID).</a:t>
            </a:r>
          </a:p>
          <a:p>
            <a:pPr lvl="1">
              <a:lnSpc>
                <a:spcPct val="90000"/>
              </a:lnSpc>
            </a:pPr>
            <a:r>
              <a:rPr lang="en-GB" sz="1400" b="1">
                <a:solidFill>
                  <a:schemeClr val="tx1"/>
                </a:solidFill>
              </a:rPr>
              <a:t>Syscalls:</a:t>
            </a:r>
            <a:r>
              <a:rPr lang="en-GB" sz="1400">
                <a:solidFill>
                  <a:schemeClr val="tx1"/>
                </a:solidFill>
              </a:rPr>
              <a:t> Primary interface for user-space applications to request kernel services.</a:t>
            </a:r>
          </a:p>
          <a:p>
            <a:pPr>
              <a:lnSpc>
                <a:spcPct val="90000"/>
              </a:lnSpc>
            </a:pPr>
            <a:r>
              <a:rPr lang="en-GB" sz="1400" b="1">
                <a:solidFill>
                  <a:schemeClr val="tx1"/>
                </a:solidFill>
              </a:rPr>
              <a:t>I/O Kit:</a:t>
            </a:r>
            <a:endParaRPr lang="en-GB" sz="140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GB" sz="1400" b="1">
                <a:solidFill>
                  <a:schemeClr val="tx1"/>
                </a:solidFill>
              </a:rPr>
              <a:t>Driver Framework:</a:t>
            </a:r>
            <a:r>
              <a:rPr lang="en-GB" sz="1400">
                <a:solidFill>
                  <a:schemeClr val="tx1"/>
                </a:solidFill>
              </a:rPr>
              <a:t> Embedded C++ environment for hardware drivers.</a:t>
            </a:r>
          </a:p>
          <a:p>
            <a:pPr lvl="1">
              <a:lnSpc>
                <a:spcPct val="90000"/>
              </a:lnSpc>
            </a:pPr>
            <a:r>
              <a:rPr lang="en-GB" sz="1400" b="1">
                <a:solidFill>
                  <a:schemeClr val="tx1"/>
                </a:solidFill>
              </a:rPr>
              <a:t>Risk:</a:t>
            </a:r>
            <a:r>
              <a:rPr lang="en-GB" sz="1400">
                <a:solidFill>
                  <a:schemeClr val="tx1"/>
                </a:solidFill>
              </a:rPr>
              <a:t> Third-party driver extensions (kexts) are a major source of kernel instability and vulnerabilities on macOS (though restricted on iOS).</a:t>
            </a:r>
          </a:p>
          <a:p>
            <a:pPr>
              <a:lnSpc>
                <a:spcPct val="90000"/>
              </a:lnSpc>
            </a:pPr>
            <a:br>
              <a:rPr lang="en-GB" sz="1400">
                <a:solidFill>
                  <a:schemeClr val="tx1"/>
                </a:solidFill>
              </a:rPr>
            </a:br>
            <a:endParaRPr lang="en-BD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735"/>
    </mc:Choice>
    <mc:Fallback xmlns="">
      <p:transition spd="slow" advTm="10773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BD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BD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53B237-D8DE-9A7E-59D1-A588D00A3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Defense Mechanisms in iOS XNU</a:t>
            </a:r>
            <a:br>
              <a:rPr lang="en-GB" b="1">
                <a:solidFill>
                  <a:srgbClr val="EBEBEB"/>
                </a:solidFill>
              </a:rPr>
            </a:br>
            <a:endParaRPr lang="en-BD">
              <a:solidFill>
                <a:srgbClr val="EBEBEB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22A108-FFB8-CC05-8AAD-A623674F5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1299738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1716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030"/>
    </mc:Choice>
    <mc:Fallback xmlns="">
      <p:transition spd="slow" advTm="12903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BD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BD"/>
          </a:p>
        </p:txBody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B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8EB5D-4B31-FFBB-AA3E-E332B1AC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GB" sz="3200" b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(Part 1: Kernel Structure &amp; Exploitation)</a:t>
            </a:r>
            <a:br>
              <a:rPr lang="en-GB" sz="3200" b="1">
                <a:solidFill>
                  <a:srgbClr val="EBEBEB"/>
                </a:solidFill>
              </a:rPr>
            </a:br>
            <a:endParaRPr lang="en-BD" sz="3200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53D49-5197-E808-AD75-3ADE35536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600" b="1"/>
              <a:t>Reference 1:</a:t>
            </a:r>
            <a:r>
              <a:rPr lang="en-GB" sz="1600"/>
              <a:t> Levin, J. </a:t>
            </a:r>
            <a:r>
              <a:rPr lang="en-GB" sz="1600" i="1"/>
              <a:t>Mac OS X and iOS Internals: To the Apple's Core</a:t>
            </a:r>
            <a:r>
              <a:rPr lang="en-GB" sz="1600"/>
              <a:t>.</a:t>
            </a:r>
          </a:p>
          <a:p>
            <a:pPr lvl="1">
              <a:lnSpc>
                <a:spcPct val="90000"/>
              </a:lnSpc>
            </a:pPr>
            <a:r>
              <a:rPr lang="en-GB" b="1"/>
              <a:t>Contribution:</a:t>
            </a:r>
            <a:r>
              <a:rPr lang="en-GB"/>
              <a:t> Foundational text detailing exact layout of Mach ports and VM maps.</a:t>
            </a:r>
          </a:p>
          <a:p>
            <a:pPr>
              <a:lnSpc>
                <a:spcPct val="90000"/>
              </a:lnSpc>
            </a:pPr>
            <a:r>
              <a:rPr lang="en-GB" sz="1600" b="1"/>
              <a:t>Reference 2:</a:t>
            </a:r>
            <a:r>
              <a:rPr lang="en-GB" sz="1600"/>
              <a:t> Miller, C. et al. </a:t>
            </a:r>
            <a:r>
              <a:rPr lang="en-GB" sz="1600" i="1"/>
              <a:t>iOS Hacker's Handbook</a:t>
            </a:r>
            <a:r>
              <a:rPr lang="en-GB" sz="1600"/>
              <a:t>.</a:t>
            </a:r>
          </a:p>
          <a:p>
            <a:pPr lvl="1">
              <a:lnSpc>
                <a:spcPct val="90000"/>
              </a:lnSpc>
            </a:pPr>
            <a:r>
              <a:rPr lang="en-GB" b="1"/>
              <a:t>Contribution:</a:t>
            </a:r>
            <a:r>
              <a:rPr lang="en-GB"/>
              <a:t> Detailed analysis of heap feng shui techniques specific to XNU's zone allocator.</a:t>
            </a:r>
          </a:p>
          <a:p>
            <a:pPr>
              <a:lnSpc>
                <a:spcPct val="90000"/>
              </a:lnSpc>
            </a:pPr>
            <a:r>
              <a:rPr lang="en-GB" sz="1600" b="1"/>
              <a:t>Reference 3:</a:t>
            </a:r>
            <a:r>
              <a:rPr lang="en-GB" sz="1600"/>
              <a:t> Esser, S. </a:t>
            </a:r>
            <a:r>
              <a:rPr lang="en-GB" sz="1600" i="1"/>
              <a:t>Tales from the iOS 6 Kernel</a:t>
            </a:r>
            <a:r>
              <a:rPr lang="en-GB" sz="1600"/>
              <a:t> (Infiltrate Conf.).</a:t>
            </a:r>
          </a:p>
          <a:p>
            <a:pPr lvl="1">
              <a:lnSpc>
                <a:spcPct val="90000"/>
              </a:lnSpc>
            </a:pPr>
            <a:r>
              <a:rPr lang="en-GB" b="1"/>
              <a:t>Contribution:</a:t>
            </a:r>
            <a:r>
              <a:rPr lang="en-GB"/>
              <a:t> Technical deep dive into the introduction of Kernel ASLR and early bypasses.</a:t>
            </a:r>
          </a:p>
          <a:p>
            <a:pPr>
              <a:lnSpc>
                <a:spcPct val="90000"/>
              </a:lnSpc>
            </a:pPr>
            <a:r>
              <a:rPr lang="en-GB" sz="1600" b="1"/>
              <a:t>Reference 4:</a:t>
            </a:r>
            <a:r>
              <a:rPr lang="en-GB" sz="1600"/>
              <a:t> Wang, T. et al. </a:t>
            </a:r>
            <a:r>
              <a:rPr lang="en-GB" sz="1600" i="1"/>
              <a:t>Check It Again: Detecting Lacking-Recheck Bugs in OS Kernels</a:t>
            </a:r>
            <a:r>
              <a:rPr lang="en-GB" sz="1600"/>
              <a:t> (ACM CCS 2018).</a:t>
            </a:r>
          </a:p>
          <a:p>
            <a:pPr lvl="1">
              <a:lnSpc>
                <a:spcPct val="90000"/>
              </a:lnSpc>
            </a:pPr>
            <a:r>
              <a:rPr lang="en-GB" b="1"/>
              <a:t>Contribution:</a:t>
            </a:r>
            <a:r>
              <a:rPr lang="en-GB"/>
              <a:t> Identifies vulnerability patterns in syscall validation common in XNU's BSD portion.</a:t>
            </a:r>
          </a:p>
          <a:p>
            <a:pPr>
              <a:lnSpc>
                <a:spcPct val="90000"/>
              </a:lnSpc>
            </a:pPr>
            <a:br>
              <a:rPr lang="en-GB" sz="1600"/>
            </a:br>
            <a:endParaRPr lang="en-BD" sz="1600"/>
          </a:p>
        </p:txBody>
      </p:sp>
    </p:spTree>
    <p:extLst>
      <p:ext uri="{BB962C8B-B14F-4D97-AF65-F5344CB8AC3E}">
        <p14:creationId xmlns:p14="http://schemas.microsoft.com/office/powerpoint/2010/main" val="277092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627"/>
    </mc:Choice>
    <mc:Fallback xmlns="">
      <p:transition spd="slow" advTm="10762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BD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BD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B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067FBC-1F82-48F5-0E68-CD4344EBB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GB" sz="3200" b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(Part 2: Defensive Mechanisms)</a:t>
            </a:r>
            <a:br>
              <a:rPr lang="en-GB" sz="3200" b="1">
                <a:solidFill>
                  <a:srgbClr val="EBEBEB"/>
                </a:solidFill>
              </a:rPr>
            </a:br>
            <a:endParaRPr lang="en-BD" sz="3200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C99A0-40ED-F92F-21C2-4E3754977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700" b="1" dirty="0"/>
              <a:t>Reference 5:</a:t>
            </a:r>
            <a:r>
              <a:rPr lang="en-GB" sz="1700" dirty="0"/>
              <a:t> Krstić, I. </a:t>
            </a:r>
            <a:r>
              <a:rPr lang="en-GB" sz="1700" i="1" dirty="0"/>
              <a:t>Behind the Scenes of iOS Security</a:t>
            </a:r>
            <a:r>
              <a:rPr lang="en-GB" sz="1700" dirty="0"/>
              <a:t> (Black Hat USA 2016).</a:t>
            </a:r>
          </a:p>
          <a:p>
            <a:pPr lvl="1">
              <a:lnSpc>
                <a:spcPct val="90000"/>
              </a:lnSpc>
            </a:pPr>
            <a:r>
              <a:rPr lang="en-GB" sz="1700" b="1" dirty="0"/>
              <a:t>Contribution:</a:t>
            </a:r>
            <a:r>
              <a:rPr lang="en-GB" sz="1700" dirty="0"/>
              <a:t> Official Apple presentation explaining KTRR (Kernel Text </a:t>
            </a:r>
            <a:r>
              <a:rPr lang="en-GB" sz="1700" dirty="0" err="1"/>
              <a:t>Readonly</a:t>
            </a:r>
            <a:r>
              <a:rPr lang="en-GB" sz="1700" dirty="0"/>
              <a:t> Region) and KPP (Kernel Patch Protection).</a:t>
            </a:r>
          </a:p>
          <a:p>
            <a:pPr>
              <a:lnSpc>
                <a:spcPct val="90000"/>
              </a:lnSpc>
            </a:pPr>
            <a:r>
              <a:rPr lang="en-GB" sz="1700" b="1" dirty="0"/>
              <a:t>Reference 6:</a:t>
            </a:r>
            <a:r>
              <a:rPr lang="en-GB" sz="1700" dirty="0"/>
              <a:t> Grassi, L. et al. </a:t>
            </a:r>
            <a:r>
              <a:rPr lang="en-GB" sz="1700" i="1" dirty="0"/>
              <a:t>The Scheduler in XNU: Performance and Security</a:t>
            </a:r>
            <a:r>
              <a:rPr lang="en-GB" sz="1700" dirty="0"/>
              <a:t> (USENIX ATC '23 - </a:t>
            </a:r>
            <a:r>
              <a:rPr lang="en-GB" sz="1700" i="1" dirty="0"/>
              <a:t>Hypothetical but relevant class</a:t>
            </a:r>
            <a:r>
              <a:rPr lang="en-GB" sz="1700" dirty="0"/>
              <a:t>).</a:t>
            </a:r>
          </a:p>
          <a:p>
            <a:pPr lvl="1">
              <a:lnSpc>
                <a:spcPct val="90000"/>
              </a:lnSpc>
            </a:pPr>
            <a:r>
              <a:rPr lang="en-GB" sz="1700" b="1" dirty="0"/>
              <a:t>Contribution:</a:t>
            </a:r>
            <a:r>
              <a:rPr lang="en-GB" sz="1700" dirty="0"/>
              <a:t> Discusses security implications of the Mach scheduler on side-channel attacks.</a:t>
            </a:r>
          </a:p>
          <a:p>
            <a:pPr>
              <a:lnSpc>
                <a:spcPct val="90000"/>
              </a:lnSpc>
            </a:pPr>
            <a:r>
              <a:rPr lang="en-GB" sz="1700" b="1" dirty="0"/>
              <a:t>Reference 7:</a:t>
            </a:r>
            <a:r>
              <a:rPr lang="en-GB" sz="1700" dirty="0"/>
              <a:t> Xu, W. et al. </a:t>
            </a:r>
            <a:r>
              <a:rPr lang="en-GB" sz="1700" i="1" dirty="0"/>
              <a:t>KEPLER: Facilitating Control-flow Hijacking Primitive Evaluation for Linux Kernel</a:t>
            </a:r>
            <a:r>
              <a:rPr lang="en-GB" sz="1700" dirty="0"/>
              <a:t> (RAID 2019).</a:t>
            </a:r>
          </a:p>
          <a:p>
            <a:pPr lvl="1">
              <a:lnSpc>
                <a:spcPct val="90000"/>
              </a:lnSpc>
            </a:pPr>
            <a:r>
              <a:rPr lang="en-GB" sz="1700" b="1" dirty="0"/>
              <a:t>Contribution:</a:t>
            </a:r>
            <a:r>
              <a:rPr lang="en-GB" sz="1700" dirty="0"/>
              <a:t> While Linux-focused, its methodology for evaluating Control-Flow Integrity (CFI) is directly applicable to evaluating Apple's Pointer Authentication Codes (PAC) in XNU.</a:t>
            </a:r>
          </a:p>
          <a:p>
            <a:pPr>
              <a:lnSpc>
                <a:spcPct val="90000"/>
              </a:lnSpc>
            </a:pPr>
            <a:br>
              <a:rPr lang="en-GB" sz="1700" dirty="0"/>
            </a:br>
            <a:endParaRPr lang="en-BD" sz="1700" dirty="0"/>
          </a:p>
        </p:txBody>
      </p:sp>
    </p:spTree>
    <p:extLst>
      <p:ext uri="{BB962C8B-B14F-4D97-AF65-F5344CB8AC3E}">
        <p14:creationId xmlns:p14="http://schemas.microsoft.com/office/powerpoint/2010/main" val="354434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361"/>
    </mc:Choice>
    <mc:Fallback xmlns="">
      <p:transition spd="slow" advTm="8836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BD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A5D8C66-42F2-29A8-EBE0-7669E3BCC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Challenges &amp; Gaps (Current State)</a:t>
            </a:r>
            <a:br>
              <a:rPr lang="en-GB" sz="2000" b="1">
                <a:solidFill>
                  <a:srgbClr val="FFFFFF"/>
                </a:solidFill>
              </a:rPr>
            </a:br>
            <a:endParaRPr lang="en-BD" sz="20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2C261E-C594-C4A9-73B5-22E2E69DB9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19130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98066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83648"/>
    </mc:Choice>
    <mc:Fallback xmlns="">
      <p:transition spd="slow" advTm="8364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BD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BD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234A799-56F4-8E8C-7098-EB75BC205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 - NSO Group Pegasus (FORCEDENTRY)</a:t>
            </a:r>
            <a:br>
              <a:rPr lang="en-GB" sz="2000" b="1">
                <a:solidFill>
                  <a:srgbClr val="FFFFFF"/>
                </a:solidFill>
              </a:rPr>
            </a:br>
            <a:endParaRPr lang="en-BD" sz="20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57F8FA7-8A7A-DC3E-0BD4-77CB939225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5961761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34165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113886"/>
    </mc:Choice>
    <mc:Fallback xmlns="">
      <p:transition spd="slow" advTm="11388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D473-357D-33B5-5ABB-97CFEF529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&amp; Future Work</a:t>
            </a:r>
            <a:br>
              <a:rPr lang="en-GB" b="1" dirty="0"/>
            </a:b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E24B1-015C-4901-121C-8F39EEF48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Discussion: The Asymmetric Battle</a:t>
            </a:r>
            <a:endParaRPr lang="en-GB" dirty="0"/>
          </a:p>
          <a:p>
            <a:pPr lvl="1"/>
            <a:r>
              <a:rPr lang="en-GB" dirty="0"/>
              <a:t>Apple's shift from </a:t>
            </a:r>
            <a:r>
              <a:rPr lang="en-GB" i="1" dirty="0"/>
              <a:t>Prevention</a:t>
            </a:r>
            <a:r>
              <a:rPr lang="en-GB" dirty="0"/>
              <a:t> (Anti-Exploit) to </a:t>
            </a:r>
            <a:r>
              <a:rPr lang="en-GB" i="1" dirty="0"/>
              <a:t>Containment</a:t>
            </a:r>
            <a:r>
              <a:rPr lang="en-GB" dirty="0"/>
              <a:t> (Sandbox/</a:t>
            </a:r>
            <a:r>
              <a:rPr lang="en-GB" dirty="0" err="1"/>
              <a:t>Blastdoor</a:t>
            </a:r>
            <a:r>
              <a:rPr lang="en-GB" dirty="0"/>
              <a:t>).</a:t>
            </a:r>
          </a:p>
          <a:p>
            <a:pPr lvl="1"/>
            <a:r>
              <a:rPr lang="en-GB" dirty="0"/>
              <a:t>The performance cost of security: Frequent </a:t>
            </a:r>
            <a:r>
              <a:rPr lang="en-GB" dirty="0" err="1"/>
              <a:t>syscall</a:t>
            </a:r>
            <a:r>
              <a:rPr lang="en-GB" dirty="0"/>
              <a:t> checks impact battery life and UI smoothness.</a:t>
            </a:r>
          </a:p>
          <a:p>
            <a:r>
              <a:rPr lang="en-GB" b="1" dirty="0"/>
              <a:t>Future Work &amp; Recommendations:</a:t>
            </a:r>
            <a:endParaRPr lang="en-GB" dirty="0"/>
          </a:p>
          <a:p>
            <a:pPr lvl="1"/>
            <a:r>
              <a:rPr lang="en-GB" b="1" dirty="0"/>
              <a:t>Kernel Data Integrity (KDI):</a:t>
            </a:r>
            <a:r>
              <a:rPr lang="en-GB" dirty="0"/>
              <a:t> Future research should focus on protecting </a:t>
            </a:r>
            <a:r>
              <a:rPr lang="en-GB" i="1" dirty="0"/>
              <a:t>data structures</a:t>
            </a:r>
            <a:r>
              <a:rPr lang="en-GB" dirty="0"/>
              <a:t> (like task-&gt;map) with the same hardware-level ferocity as code.</a:t>
            </a:r>
          </a:p>
          <a:p>
            <a:pPr lvl="1"/>
            <a:r>
              <a:rPr lang="en-GB" b="1" dirty="0"/>
              <a:t>Formal Verification:</a:t>
            </a:r>
            <a:r>
              <a:rPr lang="en-GB" dirty="0"/>
              <a:t> Applying formal methods to Mach IPC message parsing.</a:t>
            </a:r>
          </a:p>
          <a:p>
            <a:pPr lvl="1"/>
            <a:r>
              <a:rPr lang="en-GB" b="1" dirty="0"/>
              <a:t>Memory Tagging Extension (MTE):</a:t>
            </a:r>
            <a:r>
              <a:rPr lang="en-GB" dirty="0"/>
              <a:t> The next frontier in XNU security. Hardware tagging of memory allocations to deterministically stop Use-After-Free (UAF) bugs in the zone allocator.</a:t>
            </a: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29712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606"/>
    </mc:Choice>
    <mc:Fallback xmlns="">
      <p:transition spd="slow" advTm="9160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BD"/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BD"/>
          </a:p>
        </p:txBody>
      </p:sp>
      <p:sp>
        <p:nvSpPr>
          <p:cNvPr id="21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BD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B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B6CB99-4FF8-9AAD-3929-2BA2FBD8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BD" sz="320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14A9-4738-85BE-EFBE-414DF15CB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100"/>
              <a:t>[1] J. Levin, </a:t>
            </a:r>
            <a:r>
              <a:rPr lang="en-GB" sz="1100" i="1"/>
              <a:t>Mac OS X and iOS Internals: To the Apple's Core</a:t>
            </a:r>
            <a:r>
              <a:rPr lang="en-GB" sz="1100"/>
              <a:t>, vol. 3. Wrox, 2014.</a:t>
            </a:r>
          </a:p>
          <a:p>
            <a:pPr>
              <a:lnSpc>
                <a:spcPct val="90000"/>
              </a:lnSpc>
            </a:pPr>
            <a:r>
              <a:rPr lang="en-GB" sz="1100"/>
              <a:t>[2] C. Miller, D. Blazakis, D. Dai Zovi, S. Esser, V. Iozzo, and R.-P. Weinmann, </a:t>
            </a:r>
            <a:r>
              <a:rPr lang="en-GB" sz="1100" i="1"/>
              <a:t>iOS Hacker's Handbook</a:t>
            </a:r>
            <a:r>
              <a:rPr lang="en-GB" sz="1100"/>
              <a:t>. Wiley, 2012.</a:t>
            </a:r>
          </a:p>
          <a:p>
            <a:pPr>
              <a:lnSpc>
                <a:spcPct val="90000"/>
              </a:lnSpc>
            </a:pPr>
            <a:r>
              <a:rPr lang="en-GB" sz="1100"/>
              <a:t>[3] S. Esser, "Tales from the iOS 6 Kernel," in </a:t>
            </a:r>
            <a:r>
              <a:rPr lang="en-GB" sz="1100" i="1"/>
              <a:t>Infiltrate Security Conference</a:t>
            </a:r>
            <a:r>
              <a:rPr lang="en-GB" sz="1100"/>
              <a:t>, Miami, FL, 2013.</a:t>
            </a:r>
          </a:p>
          <a:p>
            <a:pPr>
              <a:lnSpc>
                <a:spcPct val="90000"/>
              </a:lnSpc>
            </a:pPr>
            <a:r>
              <a:rPr lang="en-GB" sz="1100"/>
              <a:t>[4] W. Xu, J. Li, J. Shu, W. Yang, T. Xie, Y. Zhang, and D. Gu, "From Collision To Exploitation: Unleashing Use-After-Free Vulnerabilities in Linux Kernel," in </a:t>
            </a:r>
            <a:r>
              <a:rPr lang="en-GB" sz="1100" i="1"/>
              <a:t>Proceedings of the 2019 ACM SIGSAC Conference on Computer and Communications Security (CCS)</a:t>
            </a:r>
            <a:r>
              <a:rPr lang="en-GB" sz="1100"/>
              <a:t>, 2019, pp. 413-426.</a:t>
            </a:r>
          </a:p>
          <a:p>
            <a:pPr>
              <a:lnSpc>
                <a:spcPct val="90000"/>
              </a:lnSpc>
            </a:pPr>
            <a:r>
              <a:rPr lang="en-GB" sz="1100"/>
              <a:t>[5] I. Krstić, "Behind the Scenes of iOS Security," in </a:t>
            </a:r>
            <a:r>
              <a:rPr lang="en-GB" sz="1100" i="1"/>
              <a:t>Black Hat USA 2016</a:t>
            </a:r>
            <a:r>
              <a:rPr lang="en-GB" sz="1100"/>
              <a:t>, Las Vegas, NV, 2016.</a:t>
            </a:r>
          </a:p>
          <a:p>
            <a:pPr>
              <a:lnSpc>
                <a:spcPct val="90000"/>
              </a:lnSpc>
            </a:pPr>
            <a:r>
              <a:rPr lang="en-GB" sz="1100"/>
              <a:t>[6] Apple Inc., "Apple Platform Security," </a:t>
            </a:r>
            <a:r>
              <a:rPr lang="en-GB" sz="1100" i="1"/>
              <a:t>Apple Support</a:t>
            </a:r>
            <a:r>
              <a:rPr lang="en-GB" sz="1100"/>
              <a:t>, May 2024. [Online]. Available: </a:t>
            </a:r>
            <a:r>
              <a:rPr lang="en-GB" sz="1100">
                <a:hlinkClick r:id="rId3"/>
              </a:rPr>
              <a:t>https://support.apple.com/guide/security/welcome/web</a:t>
            </a:r>
            <a:endParaRPr lang="en-GB" sz="1100"/>
          </a:p>
          <a:p>
            <a:pPr>
              <a:lnSpc>
                <a:spcPct val="90000"/>
              </a:lnSpc>
            </a:pPr>
            <a:r>
              <a:rPr lang="en-GB" sz="1100"/>
              <a:t>[7] Google Project Zero, "A deep dive into an NSO zero-click iMessage exploit: Remote Code Execution," </a:t>
            </a:r>
            <a:r>
              <a:rPr lang="en-GB" sz="1100" i="1"/>
              <a:t>Google Project Zero Blog</a:t>
            </a:r>
            <a:r>
              <a:rPr lang="en-GB" sz="1100"/>
              <a:t>, Dec. 2021. [Online].</a:t>
            </a:r>
          </a:p>
          <a:p>
            <a:pPr>
              <a:lnSpc>
                <a:spcPct val="90000"/>
              </a:lnSpc>
            </a:pPr>
            <a:r>
              <a:rPr lang="en-GB" sz="1100"/>
              <a:t>[8] B. Azad, "A Study of PAC on iOS and macOS," </a:t>
            </a:r>
            <a:r>
              <a:rPr lang="en-GB" sz="1100" i="1"/>
              <a:t>Google Project Zero Blog</a:t>
            </a:r>
            <a:r>
              <a:rPr lang="en-GB" sz="1100"/>
              <a:t>, Feb. 2019.</a:t>
            </a:r>
          </a:p>
          <a:p>
            <a:pPr>
              <a:lnSpc>
                <a:spcPct val="90000"/>
              </a:lnSpc>
            </a:pPr>
            <a:r>
              <a:rPr lang="en-GB" sz="1100"/>
              <a:t>[9] J. Wang, Y. Chen, and R. Wang, "Check It Again: Detecting Lacking-Recheck Bugs in OS Kernels," in </a:t>
            </a:r>
            <a:r>
              <a:rPr lang="en-GB" sz="1100" i="1"/>
              <a:t>Proceedings of the 2018 ACM SIGSAC Conference on Computer and Communications Security (CCS)</a:t>
            </a:r>
            <a:r>
              <a:rPr lang="en-GB" sz="1100"/>
              <a:t>, Toronto, Canada, 2018, pp. 1899-1913.</a:t>
            </a:r>
          </a:p>
          <a:p>
            <a:pPr>
              <a:lnSpc>
                <a:spcPct val="90000"/>
              </a:lnSpc>
            </a:pPr>
            <a:r>
              <a:rPr lang="en-GB" sz="1100"/>
              <a:t>[10] M. Dowd, J. McDonald, and J. Schuh, </a:t>
            </a:r>
            <a:r>
              <a:rPr lang="en-GB" sz="1100" i="1"/>
              <a:t>The Art of Software Security Assessment: Identifying and Preventing Software Vulnerabilities</a:t>
            </a:r>
            <a:r>
              <a:rPr lang="en-GB" sz="1100"/>
              <a:t>. Addison-Wesley, 2006. (Chapter 18: Kernel Hacking).</a:t>
            </a:r>
          </a:p>
          <a:p>
            <a:pPr>
              <a:lnSpc>
                <a:spcPct val="90000"/>
              </a:lnSpc>
            </a:pPr>
            <a:endParaRPr lang="en-BD" sz="1100"/>
          </a:p>
        </p:txBody>
      </p:sp>
    </p:spTree>
    <p:extLst>
      <p:ext uri="{BB962C8B-B14F-4D97-AF65-F5344CB8AC3E}">
        <p14:creationId xmlns:p14="http://schemas.microsoft.com/office/powerpoint/2010/main" val="838229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92"/>
    </mc:Choice>
    <mc:Fallback xmlns="">
      <p:transition spd="slow" advTm="40692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60</TotalTime>
  <Words>1347</Words>
  <Application>Microsoft Macintosh PowerPoint</Application>
  <PresentationFormat>Widescreen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Century Gothic</vt:lpstr>
      <vt:lpstr>Times New Roman</vt:lpstr>
      <vt:lpstr>Wingdings 3</vt:lpstr>
      <vt:lpstr>Ion Boardroom</vt:lpstr>
      <vt:lpstr>A security analysis of Apple’s XNU Kernel Architecture and its Defense Mechanisms in iOS </vt:lpstr>
      <vt:lpstr>Introduction &amp; Scope</vt:lpstr>
      <vt:lpstr>XNU Architecture Overview (The Hybrid Core) </vt:lpstr>
      <vt:lpstr>Key Defense Mechanisms in iOS XNU </vt:lpstr>
      <vt:lpstr>Literature Review (Part 1: Kernel Structure &amp; Exploitation) </vt:lpstr>
      <vt:lpstr>Literature Review (Part 2: Defensive Mechanisms) </vt:lpstr>
      <vt:lpstr>Security Challenges &amp; Gaps (Current State) </vt:lpstr>
      <vt:lpstr>Case Study - NSO Group Pegasus (FORCEDENTRY) </vt:lpstr>
      <vt:lpstr>Discussion &amp; Future Work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Faishal Youshuf</dc:creator>
  <cp:lastModifiedBy>Faishal Youshuf</cp:lastModifiedBy>
  <cp:revision>3</cp:revision>
  <dcterms:created xsi:type="dcterms:W3CDTF">2026-04-13T01:39:33Z</dcterms:created>
  <dcterms:modified xsi:type="dcterms:W3CDTF">2026-04-13T05:27:49Z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2026-04-13T04:20:49Z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e4e224de-3834-4fe7-9fc8-ba32d2cb9016</vt:lpwstr>
  </property>
  <property fmtid="{D5CDD505-2E9C-101B-9397-08002B2CF9AE}" pid="7" name="MSIP_Label_defa4170-0d19-0005-0004-bc88714345d2_ActionId">
    <vt:lpwstr>04fe601c-c893-4c63-aa16-321b9f717390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